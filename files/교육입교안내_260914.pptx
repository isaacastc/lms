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349" r:id="rId2"/>
    <p:sldId id="303" r:id="rId3"/>
    <p:sldId id="366" r:id="rId4"/>
    <p:sldId id="321" r:id="rId5"/>
    <p:sldId id="350" r:id="rId6"/>
    <p:sldId id="354" r:id="rId7"/>
    <p:sldId id="355" r:id="rId8"/>
    <p:sldId id="356" r:id="rId9"/>
    <p:sldId id="357" r:id="rId10"/>
    <p:sldId id="361" r:id="rId11"/>
    <p:sldId id="358" r:id="rId12"/>
    <p:sldId id="359" r:id="rId13"/>
    <p:sldId id="360" r:id="rId14"/>
    <p:sldId id="363" r:id="rId15"/>
    <p:sldId id="365" r:id="rId16"/>
    <p:sldId id="352" r:id="rId17"/>
    <p:sldId id="348" r:id="rId18"/>
  </p:sldIdLst>
  <p:sldSz cx="12192000" cy="6858000"/>
  <p:notesSz cx="6797675" cy="9926638"/>
  <p:embeddedFontLst>
    <p:embeddedFont>
      <p:font typeface="Pretendard" panose="02000503000000020004" pitchFamily="2" charset="-127"/>
      <p:regular r:id="rId21"/>
      <p:bold r:id="rId22"/>
    </p:embeddedFont>
    <p:embeddedFont>
      <p:font typeface="Pretendard Black" panose="02000A03000000020004" pitchFamily="2" charset="-127"/>
      <p:bold r:id="rId23"/>
    </p:embeddedFont>
    <p:embeddedFont>
      <p:font typeface="Pretendard ExtraBold" panose="02000903000000020004" pitchFamily="2" charset="-127"/>
      <p:bold r:id="rId24"/>
    </p:embeddedFont>
    <p:embeddedFont>
      <p:font typeface="Pretendard ExtraLight" panose="02000303000000020004" pitchFamily="2" charset="-127"/>
      <p:regular r:id="rId25"/>
    </p:embeddedFont>
    <p:embeddedFont>
      <p:font typeface="Pretendard Light" panose="02000403000000020004" pitchFamily="2" charset="-127"/>
      <p:regular r:id="rId26"/>
    </p:embeddedFont>
    <p:embeddedFont>
      <p:font typeface="Pretendard Medium" panose="02000603000000020004" pitchFamily="2" charset="-127"/>
      <p:regular r:id="rId27"/>
    </p:embeddedFont>
    <p:embeddedFont>
      <p:font typeface="Pretendard SemiBold" panose="02000703000000020004" pitchFamily="2" charset="-127"/>
      <p:bold r:id="rId28"/>
    </p:embeddedFont>
    <p:embeddedFont>
      <p:font typeface="나눔스퀘어_ac ExtraBold" panose="020B0600000101010101" pitchFamily="50" charset="-127"/>
      <p:bold r:id="rId29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6258"/>
    <a:srgbClr val="18596A"/>
    <a:srgbClr val="755410"/>
    <a:srgbClr val="174E82"/>
    <a:srgbClr val="8D2F2F"/>
    <a:srgbClr val="123B70"/>
    <a:srgbClr val="DAE3F3"/>
    <a:srgbClr val="5A5A5A"/>
    <a:srgbClr val="134499"/>
    <a:srgbClr val="9FD8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471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104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>
              <a:latin typeface="Pretendard Medium" panose="02000603000000020004" pitchFamily="2" charset="-127"/>
              <a:ea typeface="Pretendard Medium" panose="02000603000000020004" pitchFamily="2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3A8D4D-4691-4AEA-97D3-BE9D7E484DE0}" type="datetimeFigureOut">
              <a:rPr lang="ko-KR" altLang="en-US" smtClean="0">
                <a:latin typeface="Pretendard Medium" panose="02000603000000020004" pitchFamily="2" charset="-127"/>
                <a:ea typeface="Pretendard Medium" panose="02000603000000020004" pitchFamily="2" charset="-127"/>
              </a:rPr>
              <a:t>2026-09-14</a:t>
            </a:fld>
            <a:endParaRPr lang="ko-KR" altLang="en-US" dirty="0">
              <a:latin typeface="Pretendard Medium" panose="02000603000000020004" pitchFamily="2" charset="-127"/>
              <a:ea typeface="Pretendard Medium" panose="02000603000000020004" pitchFamily="2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>
              <a:latin typeface="Pretendard Medium" panose="02000603000000020004" pitchFamily="2" charset="-127"/>
              <a:ea typeface="Pretendard Medium" panose="02000603000000020004" pitchFamily="2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CBDEE1-51FA-4EF4-90D7-24E51A8F5170}" type="slidenum">
              <a:rPr lang="ko-KR" altLang="en-US" smtClean="0">
                <a:latin typeface="Pretendard Medium" panose="02000603000000020004" pitchFamily="2" charset="-127"/>
                <a:ea typeface="Pretendard Medium" panose="02000603000000020004" pitchFamily="2" charset="-127"/>
              </a:rPr>
              <a:t>‹#›</a:t>
            </a:fld>
            <a:endParaRPr lang="ko-KR" altLang="en-US" dirty="0">
              <a:latin typeface="Pretendard Medium" panose="02000603000000020004" pitchFamily="2" charset="-127"/>
              <a:ea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14351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Pretendard Medium" panose="02000603000000020004" pitchFamily="2" charset="-127"/>
                <a:ea typeface="Pretendard Medium" panose="02000603000000020004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Pretendard Medium" panose="02000603000000020004" pitchFamily="2" charset="-127"/>
                <a:ea typeface="Pretendard Medium" panose="02000603000000020004" pitchFamily="2" charset="-127"/>
              </a:defRPr>
            </a:lvl1pPr>
          </a:lstStyle>
          <a:p>
            <a:fld id="{27FA6B42-945B-4565-8EA0-498EB1F5E1BC}" type="datetimeFigureOut">
              <a:rPr lang="ko-KR" altLang="en-US" smtClean="0"/>
              <a:pPr/>
              <a:t>2026-09-14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Pretendard Medium" panose="02000603000000020004" pitchFamily="2" charset="-127"/>
                <a:ea typeface="Pretendard Medium" panose="02000603000000020004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Pretendard Medium" panose="02000603000000020004" pitchFamily="2" charset="-127"/>
                <a:ea typeface="Pretendard Medium" panose="02000603000000020004" pitchFamily="2" charset="-127"/>
              </a:defRPr>
            </a:lvl1pPr>
          </a:lstStyle>
          <a:p>
            <a:fld id="{6CDCCE0C-E020-427E-B003-5E177BAC0C4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451331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Pretendard Medium" panose="02000603000000020004" pitchFamily="2" charset="-127"/>
        <a:ea typeface="Pretendard Medium" panose="02000603000000020004" pitchFamily="2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Pretendard Medium" panose="02000603000000020004" pitchFamily="2" charset="-127"/>
        <a:ea typeface="Pretendard Medium" panose="02000603000000020004" pitchFamily="2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Pretendard Medium" panose="02000603000000020004" pitchFamily="2" charset="-127"/>
        <a:ea typeface="Pretendard Medium" panose="02000603000000020004" pitchFamily="2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Pretendard Medium" panose="02000603000000020004" pitchFamily="2" charset="-127"/>
        <a:ea typeface="Pretendard Medium" panose="02000603000000020004" pitchFamily="2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Pretendard Medium" panose="02000603000000020004" pitchFamily="2" charset="-127"/>
        <a:ea typeface="Pretendard Medium" panose="02000603000000020004" pitchFamily="2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e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jpeg"/><Relationship Id="rId4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8166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DF9707D-7446-EFB9-97C0-6DA25D1C12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06" y="0"/>
            <a:ext cx="12188386" cy="6857999"/>
          </a:xfrm>
          <a:prstGeom prst="rect">
            <a:avLst/>
          </a:prstGeom>
        </p:spPr>
      </p:pic>
      <p:pic>
        <p:nvPicPr>
          <p:cNvPr id="10" name="그림 9" descr="텍스트, 폰트, 그래픽, 로고이(가) 표시된 사진&#10;&#10;자동 생성된 설명">
            <a:extLst>
              <a:ext uri="{FF2B5EF4-FFF2-40B4-BE49-F238E27FC236}">
                <a16:creationId xmlns:a16="http://schemas.microsoft.com/office/drawing/2014/main" id="{2E5D28F4-1748-AC4C-2587-AF28248DEE6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2919" y="562691"/>
            <a:ext cx="831754" cy="330853"/>
          </a:xfrm>
          <a:prstGeom prst="rect">
            <a:avLst/>
          </a:prstGeom>
        </p:spPr>
      </p:pic>
      <p:pic>
        <p:nvPicPr>
          <p:cNvPr id="12" name="그래픽 11">
            <a:extLst>
              <a:ext uri="{FF2B5EF4-FFF2-40B4-BE49-F238E27FC236}">
                <a16:creationId xmlns:a16="http://schemas.microsoft.com/office/drawing/2014/main" id="{4F0B684C-FDCE-E80A-52EB-64215DC7281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9904" y="6411366"/>
            <a:ext cx="1286030" cy="177744"/>
          </a:xfrm>
          <a:prstGeom prst="rect">
            <a:avLst/>
          </a:prstGeom>
        </p:spPr>
      </p:pic>
      <p:pic>
        <p:nvPicPr>
          <p:cNvPr id="13" name="그림 12" descr="텍스트, 폰트, 그래픽, 로고이(가) 표시된 사진&#10;&#10;자동 생성된 설명">
            <a:extLst>
              <a:ext uri="{FF2B5EF4-FFF2-40B4-BE49-F238E27FC236}">
                <a16:creationId xmlns:a16="http://schemas.microsoft.com/office/drawing/2014/main" id="{96DD5B44-8105-478E-40B6-40A059FF4F89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2129" y="449434"/>
            <a:ext cx="999609" cy="386616"/>
          </a:xfrm>
          <a:prstGeom prst="rect">
            <a:avLst/>
          </a:prstGeom>
        </p:spPr>
      </p:pic>
      <p:sp>
        <p:nvSpPr>
          <p:cNvPr id="16" name="슬라이드 번호 개체 틀 5">
            <a:extLst>
              <a:ext uri="{FF2B5EF4-FFF2-40B4-BE49-F238E27FC236}">
                <a16:creationId xmlns:a16="http://schemas.microsoft.com/office/drawing/2014/main" id="{DFA081BD-3990-2FA2-ACF7-DF3AC4F40E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3623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defRPr>
            </a:lvl1pPr>
          </a:lstStyle>
          <a:p>
            <a:fld id="{F99ADAF8-EB0A-4AD9-90D7-E41C7CA590E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2570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텍스트, 폰트, 그래픽, 로고이(가) 표시된 사진&#10;&#10;자동 생성된 설명">
            <a:extLst>
              <a:ext uri="{FF2B5EF4-FFF2-40B4-BE49-F238E27FC236}">
                <a16:creationId xmlns:a16="http://schemas.microsoft.com/office/drawing/2014/main" id="{2E5D28F4-1748-AC4C-2587-AF28248DEE6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2919" y="562691"/>
            <a:ext cx="831754" cy="330853"/>
          </a:xfrm>
          <a:prstGeom prst="rect">
            <a:avLst/>
          </a:prstGeom>
        </p:spPr>
      </p:pic>
      <p:pic>
        <p:nvPicPr>
          <p:cNvPr id="12" name="그래픽 11">
            <a:extLst>
              <a:ext uri="{FF2B5EF4-FFF2-40B4-BE49-F238E27FC236}">
                <a16:creationId xmlns:a16="http://schemas.microsoft.com/office/drawing/2014/main" id="{4F0B684C-FDCE-E80A-52EB-64215DC7281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9904" y="6411366"/>
            <a:ext cx="1286030" cy="177744"/>
          </a:xfrm>
          <a:prstGeom prst="rect">
            <a:avLst/>
          </a:prstGeom>
        </p:spPr>
      </p:pic>
      <p:pic>
        <p:nvPicPr>
          <p:cNvPr id="13" name="그림 12" descr="텍스트, 폰트, 그래픽, 로고이(가) 표시된 사진&#10;&#10;자동 생성된 설명">
            <a:extLst>
              <a:ext uri="{FF2B5EF4-FFF2-40B4-BE49-F238E27FC236}">
                <a16:creationId xmlns:a16="http://schemas.microsoft.com/office/drawing/2014/main" id="{96DD5B44-8105-478E-40B6-40A059FF4F89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2129" y="449434"/>
            <a:ext cx="999609" cy="386616"/>
          </a:xfrm>
          <a:prstGeom prst="rect">
            <a:avLst/>
          </a:prstGeom>
        </p:spPr>
      </p:pic>
      <p:sp>
        <p:nvSpPr>
          <p:cNvPr id="16" name="슬라이드 번호 개체 틀 5">
            <a:extLst>
              <a:ext uri="{FF2B5EF4-FFF2-40B4-BE49-F238E27FC236}">
                <a16:creationId xmlns:a16="http://schemas.microsoft.com/office/drawing/2014/main" id="{DFA081BD-3990-2FA2-ACF7-DF3AC4F40E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3623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defRPr>
            </a:lvl1pPr>
          </a:lstStyle>
          <a:p>
            <a:fld id="{F99ADAF8-EB0A-4AD9-90D7-E41C7CA590E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6591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B5EAB66-2E05-1CFF-754B-79DFEFC46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C2A0BD4-5DE8-F6D8-C054-D998BB4B94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1953CF-01B7-47E8-AF0D-9DF7AEA430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142335-3668-F588-CF78-BFC957B769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284366-554C-24A4-7F9B-BE316411AD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defRPr>
            </a:lvl1pPr>
          </a:lstStyle>
          <a:p>
            <a:fld id="{F99ADAF8-EB0A-4AD9-90D7-E41C7CA590E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0022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" panose="02000503000000020004" pitchFamily="2" charset="-127"/>
          <a:ea typeface="Pretendard" panose="02000503000000020004" pitchFamily="2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" panose="02000503000000020004" pitchFamily="2" charset="-127"/>
          <a:ea typeface="Pretendard" panose="02000503000000020004" pitchFamily="2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" panose="02000503000000020004" pitchFamily="2" charset="-127"/>
          <a:ea typeface="Pretendard" panose="02000503000000020004" pitchFamily="2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" panose="02000503000000020004" pitchFamily="2" charset="-127"/>
          <a:ea typeface="Pretendard" panose="02000503000000020004" pitchFamily="2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" panose="02000503000000020004" pitchFamily="2" charset="-127"/>
          <a:ea typeface="Pretendard" panose="02000503000000020004" pitchFamily="2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" panose="02000503000000020004" pitchFamily="2" charset="-127"/>
          <a:ea typeface="Pretendard" panose="02000503000000020004" pitchFamily="2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4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8.svg"/><Relationship Id="rId7" Type="http://schemas.openxmlformats.org/officeDocument/2006/relationships/image" Target="../media/image2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20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66EB5BCB-26B6-BE02-F4BD-62F62AB024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3" y="0"/>
            <a:ext cx="12191817" cy="685799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B9A1A92-B9A7-5E66-0912-D345EFA23E03}"/>
              </a:ext>
            </a:extLst>
          </p:cNvPr>
          <p:cNvSpPr txBox="1"/>
          <p:nvPr/>
        </p:nvSpPr>
        <p:spPr>
          <a:xfrm>
            <a:off x="606431" y="1617303"/>
            <a:ext cx="5532284" cy="20005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200" spc="-120" dirty="0">
                <a:gradFill>
                  <a:gsLst>
                    <a:gs pos="0">
                      <a:srgbClr val="083874"/>
                    </a:gs>
                    <a:gs pos="100000">
                      <a:srgbClr val="083874"/>
                    </a:gs>
                  </a:gsLst>
                  <a:lin ang="16200000" scaled="1"/>
                </a:gradFill>
                <a:effectLst>
                  <a:innerShdw blurRad="127000" dist="50800" dir="13500000">
                    <a:prstClr val="black">
                      <a:alpha val="50000"/>
                    </a:prstClr>
                  </a:innerShdw>
                </a:effectLst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항공보안교육센터</a:t>
            </a:r>
            <a:endParaRPr lang="en-US" altLang="ko-KR" sz="6200" spc="-120" dirty="0">
              <a:gradFill>
                <a:gsLst>
                  <a:gs pos="0">
                    <a:srgbClr val="083874"/>
                  </a:gs>
                  <a:gs pos="100000">
                    <a:srgbClr val="083874"/>
                  </a:gs>
                </a:gsLst>
                <a:lin ang="16200000" scaled="1"/>
              </a:gradFill>
              <a:effectLst>
                <a:innerShdw blurRad="127000" dist="50800" dir="13500000">
                  <a:prstClr val="black">
                    <a:alpha val="50000"/>
                  </a:prstClr>
                </a:innerShdw>
              </a:effectLst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  <a:p>
            <a:r>
              <a:rPr lang="ko-KR" altLang="en-US" sz="6200" spc="-120" dirty="0">
                <a:gradFill>
                  <a:gsLst>
                    <a:gs pos="0">
                      <a:srgbClr val="083874"/>
                    </a:gs>
                    <a:gs pos="100000">
                      <a:srgbClr val="083874"/>
                    </a:gs>
                  </a:gsLst>
                  <a:lin ang="16200000" scaled="1"/>
                </a:gradFill>
                <a:effectLst>
                  <a:innerShdw blurRad="127000" dist="50800" dir="13500000">
                    <a:prstClr val="black">
                      <a:alpha val="50000"/>
                    </a:prstClr>
                  </a:innerShdw>
                </a:effectLst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입교 안내</a:t>
            </a:r>
            <a:endParaRPr lang="en-US" altLang="ko-KR" sz="6200" spc="-120" dirty="0">
              <a:gradFill>
                <a:gsLst>
                  <a:gs pos="0">
                    <a:srgbClr val="083874"/>
                  </a:gs>
                  <a:gs pos="100000">
                    <a:srgbClr val="083874"/>
                  </a:gs>
                </a:gsLst>
                <a:lin ang="16200000" scaled="1"/>
              </a:gradFill>
              <a:effectLst>
                <a:innerShdw blurRad="127000" dist="50800" dir="13500000">
                  <a:prstClr val="black">
                    <a:alpha val="50000"/>
                  </a:prstClr>
                </a:innerShdw>
              </a:effectLst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AB2FA8-FB19-CDAC-2CDD-62055A1D33F6}"/>
              </a:ext>
            </a:extLst>
          </p:cNvPr>
          <p:cNvSpPr txBox="1"/>
          <p:nvPr/>
        </p:nvSpPr>
        <p:spPr>
          <a:xfrm>
            <a:off x="606431" y="5512153"/>
            <a:ext cx="2360708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ko-KR" altLang="en-US" sz="1600" dirty="0">
                <a:latin typeface="Pretendard Medium" panose="02000603000000020004" pitchFamily="2" charset="-127"/>
                <a:ea typeface="Pretendard Medium" panose="02000603000000020004" pitchFamily="2" charset="-127"/>
              </a:rPr>
              <a:t>항공보안교육센터 </a:t>
            </a:r>
          </a:p>
          <a:p>
            <a:pPr>
              <a:spcBef>
                <a:spcPts val="300"/>
              </a:spcBef>
            </a:pPr>
            <a:r>
              <a:rPr lang="ko-KR" altLang="en-US" sz="105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ICAO REGIONAL </a:t>
            </a:r>
            <a:br>
              <a:rPr lang="en-US" altLang="ko-KR" sz="105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</a:br>
            <a:r>
              <a:rPr lang="ko-KR" altLang="en-US" sz="105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AVIATION SECURITY </a:t>
            </a:r>
          </a:p>
          <a:p>
            <a:r>
              <a:rPr lang="ko-KR" altLang="en-US" sz="105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TRAINING CENTER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29941C05-8AC5-A0B1-9E09-7F9C142FA26E}"/>
              </a:ext>
            </a:extLst>
          </p:cNvPr>
          <p:cNvCxnSpPr>
            <a:cxnSpLocks/>
          </p:cNvCxnSpPr>
          <p:nvPr/>
        </p:nvCxnSpPr>
        <p:spPr>
          <a:xfrm flipH="1">
            <a:off x="709714" y="5472385"/>
            <a:ext cx="13811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래픽 10">
            <a:extLst>
              <a:ext uri="{FF2B5EF4-FFF2-40B4-BE49-F238E27FC236}">
                <a16:creationId xmlns:a16="http://schemas.microsoft.com/office/drawing/2014/main" id="{4AD9F78F-1700-FCC1-EBD2-68B8788757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6788" y="755160"/>
            <a:ext cx="2115701" cy="292414"/>
          </a:xfrm>
          <a:prstGeom prst="rect">
            <a:avLst/>
          </a:prstGeom>
        </p:spPr>
      </p:pic>
      <p:pic>
        <p:nvPicPr>
          <p:cNvPr id="7" name="그림 6" descr="그래픽, 그래픽 디자인, 폰트, 텍스트이(가) 표시된 사진&#10;&#10;자동 생성된 설명">
            <a:extLst>
              <a:ext uri="{FF2B5EF4-FFF2-40B4-BE49-F238E27FC236}">
                <a16:creationId xmlns:a16="http://schemas.microsoft.com/office/drawing/2014/main" id="{8D15810A-FE2C-2B36-8788-A70F90F721B5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0939" y="700864"/>
            <a:ext cx="1125074" cy="43665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907741" y="4360452"/>
            <a:ext cx="4376518" cy="923330"/>
          </a:xfrm>
          <a:prstGeom prst="rect">
            <a:avLst/>
          </a:prstGeom>
          <a:solidFill>
            <a:srgbClr val="DAE3F3">
              <a:alpha val="50196"/>
            </a:srgbClr>
          </a:solidFill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C00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</a:rPr>
              <a:t>※ </a:t>
            </a:r>
            <a:r>
              <a:rPr lang="ko-KR" altLang="en-US" dirty="0">
                <a:solidFill>
                  <a:srgbClr val="C00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</a:rPr>
              <a:t>펜</a:t>
            </a:r>
            <a:r>
              <a:rPr lang="en-US" altLang="ko-KR" dirty="0">
                <a:solidFill>
                  <a:srgbClr val="C00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</a:rPr>
              <a:t>/</a:t>
            </a:r>
            <a:r>
              <a:rPr lang="ko-KR" altLang="en-US" dirty="0">
                <a:solidFill>
                  <a:srgbClr val="C00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</a:rPr>
              <a:t>노트는 강의실 뒤편에 비치되어 있습니다</a:t>
            </a:r>
            <a:r>
              <a:rPr lang="en-US" altLang="ko-KR" dirty="0">
                <a:solidFill>
                  <a:srgbClr val="C00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</a:rPr>
              <a:t>.</a:t>
            </a:r>
          </a:p>
          <a:p>
            <a:endParaRPr lang="en-US" altLang="ko-KR" dirty="0">
              <a:solidFill>
                <a:srgbClr val="C00000"/>
              </a:solidFill>
              <a:latin typeface="Pretendard SemiBold" panose="02000703000000020004" pitchFamily="2" charset="-127"/>
              <a:ea typeface="Pretendard SemiBold" panose="02000703000000020004" pitchFamily="2" charset="-127"/>
            </a:endParaRPr>
          </a:p>
          <a:p>
            <a:r>
              <a:rPr lang="en-US" altLang="ko-KR" dirty="0">
                <a:solidFill>
                  <a:srgbClr val="C00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</a:rPr>
              <a:t>※ </a:t>
            </a:r>
            <a:r>
              <a:rPr lang="ko-KR" altLang="en-US" dirty="0">
                <a:solidFill>
                  <a:srgbClr val="C00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</a:rPr>
              <a:t>입교 안내는 </a:t>
            </a:r>
            <a:r>
              <a:rPr lang="en-US" altLang="ko-KR" dirty="0">
                <a:solidFill>
                  <a:srgbClr val="C00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</a:rPr>
              <a:t>09:30</a:t>
            </a:r>
            <a:r>
              <a:rPr lang="ko-KR" altLang="en-US" dirty="0">
                <a:solidFill>
                  <a:srgbClr val="C00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</a:rPr>
              <a:t>에</a:t>
            </a:r>
            <a:r>
              <a:rPr lang="en-US" altLang="ko-KR" dirty="0">
                <a:solidFill>
                  <a:srgbClr val="C00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</a:rPr>
              <a:t> </a:t>
            </a:r>
            <a:r>
              <a:rPr lang="ko-KR" altLang="en-US" dirty="0">
                <a:solidFill>
                  <a:srgbClr val="C00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</a:rPr>
              <a:t>시작합니다</a:t>
            </a:r>
            <a:r>
              <a:rPr lang="en-US" altLang="ko-KR" dirty="0">
                <a:solidFill>
                  <a:srgbClr val="C00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105875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42108AF1-9812-2301-3415-93B0A273075D}"/>
              </a:ext>
            </a:extLst>
          </p:cNvPr>
          <p:cNvSpPr/>
          <p:nvPr/>
        </p:nvSpPr>
        <p:spPr>
          <a:xfrm>
            <a:off x="801711" y="1353427"/>
            <a:ext cx="10592164" cy="464444"/>
          </a:xfrm>
          <a:prstGeom prst="rect">
            <a:avLst/>
          </a:prstGeom>
          <a:pattFill prst="dkUpDiag">
            <a:fgClr>
              <a:srgbClr val="E2EDFA"/>
            </a:fgClr>
            <a:bgClr>
              <a:schemeClr val="bg1"/>
            </a:bgClr>
          </a:patt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216000" rIns="90000" bIns="90000" rtlCol="0" anchor="ctr"/>
          <a:lstStyle/>
          <a:p>
            <a:pPr marL="180975" indent="-180975">
              <a:lnSpc>
                <a:spcPct val="110000"/>
              </a:lnSpc>
              <a:spcBef>
                <a:spcPts val="200"/>
              </a:spcBef>
              <a:buClr>
                <a:srgbClr val="2275DD"/>
              </a:buClr>
              <a:buSzPct val="100000"/>
              <a:buFont typeface="Arial" panose="020B0604020202020204" pitchFamily="34" charset="0"/>
              <a:buChar char="•"/>
            </a:pPr>
            <a:endParaRPr lang="ko-KR" altLang="en-US" sz="1400"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75000"/>
                      <a:lumOff val="25000"/>
                    </a:schemeClr>
                  </a:gs>
                </a:gsLst>
                <a:lin ang="5400000" scaled="1"/>
              </a:gra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8D6EA87-D9E4-2857-4CB7-53593BE27776}"/>
              </a:ext>
            </a:extLst>
          </p:cNvPr>
          <p:cNvSpPr/>
          <p:nvPr/>
        </p:nvSpPr>
        <p:spPr>
          <a:xfrm>
            <a:off x="799568" y="3898529"/>
            <a:ext cx="10592164" cy="464444"/>
          </a:xfrm>
          <a:prstGeom prst="rect">
            <a:avLst/>
          </a:prstGeom>
          <a:pattFill prst="dkUpDiag">
            <a:fgClr>
              <a:srgbClr val="E2EDFA"/>
            </a:fgClr>
            <a:bgClr>
              <a:schemeClr val="bg1"/>
            </a:bgClr>
          </a:patt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216000" rIns="90000" bIns="90000" rtlCol="0" anchor="ctr"/>
          <a:lstStyle/>
          <a:p>
            <a:pPr marL="180975" indent="-180975">
              <a:lnSpc>
                <a:spcPct val="110000"/>
              </a:lnSpc>
              <a:spcBef>
                <a:spcPts val="200"/>
              </a:spcBef>
              <a:buClr>
                <a:srgbClr val="2275DD"/>
              </a:buClr>
              <a:buSzPct val="100000"/>
              <a:buFont typeface="Arial" panose="020B0604020202020204" pitchFamily="34" charset="0"/>
              <a:buChar char="•"/>
            </a:pPr>
            <a:endParaRPr lang="ko-KR" altLang="en-US" sz="1400"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75000"/>
                      <a:lumOff val="25000"/>
                    </a:schemeClr>
                  </a:gs>
                </a:gsLst>
                <a:lin ang="5400000" scaled="1"/>
              </a:gra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24AFEFC-6067-7019-D0AA-33719A9B3B27}"/>
              </a:ext>
            </a:extLst>
          </p:cNvPr>
          <p:cNvSpPr/>
          <p:nvPr/>
        </p:nvSpPr>
        <p:spPr>
          <a:xfrm>
            <a:off x="801710" y="1857715"/>
            <a:ext cx="10592164" cy="1850470"/>
          </a:xfrm>
          <a:prstGeom prst="rect">
            <a:avLst/>
          </a:prstGeom>
          <a:solidFill>
            <a:schemeClr val="bg1"/>
          </a:solidFill>
          <a:ln w="9525">
            <a:solidFill>
              <a:srgbClr val="2275DD"/>
            </a:solidFill>
          </a:ln>
          <a:effectLst>
            <a:outerShdw dist="38100" dir="5400000" algn="tl" rotWithShape="0">
              <a:srgbClr val="2275DD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216000" rIns="90000" bIns="90000" rtlCol="0" anchor="ctr"/>
          <a:lstStyle/>
          <a:p>
            <a:pPr>
              <a:lnSpc>
                <a:spcPct val="110000"/>
              </a:lnSpc>
              <a:spcBef>
                <a:spcPts val="200"/>
              </a:spcBef>
              <a:buClr>
                <a:srgbClr val="2275DD"/>
              </a:buClr>
              <a:buSzPct val="100000"/>
            </a:pPr>
            <a:endParaRPr lang="en-US" altLang="ko-KR" sz="1400"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75000"/>
                      <a:lumOff val="25000"/>
                    </a:schemeClr>
                  </a:gs>
                </a:gsLst>
                <a:lin ang="5400000" scaled="1"/>
              </a:gra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E5BD70C-078D-A102-390C-3A4B9BC5CE6D}"/>
              </a:ext>
            </a:extLst>
          </p:cNvPr>
          <p:cNvSpPr/>
          <p:nvPr/>
        </p:nvSpPr>
        <p:spPr>
          <a:xfrm>
            <a:off x="801711" y="1353427"/>
            <a:ext cx="10592164" cy="464444"/>
          </a:xfrm>
          <a:prstGeom prst="rect">
            <a:avLst/>
          </a:prstGeom>
          <a:solidFill>
            <a:srgbClr val="2275DD">
              <a:alpha val="10000"/>
            </a:srgbClr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216000" rIns="90000" bIns="90000" rtlCol="0" anchor="ctr"/>
          <a:lstStyle/>
          <a:p>
            <a:pPr marL="180975" indent="-180975">
              <a:lnSpc>
                <a:spcPct val="110000"/>
              </a:lnSpc>
              <a:spcBef>
                <a:spcPts val="200"/>
              </a:spcBef>
              <a:buClr>
                <a:srgbClr val="2275DD"/>
              </a:buClr>
              <a:buSzPct val="100000"/>
              <a:buFont typeface="Arial" panose="020B0604020202020204" pitchFamily="34" charset="0"/>
              <a:buChar char="•"/>
            </a:pPr>
            <a:endParaRPr lang="ko-KR" altLang="en-US" sz="1400"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75000"/>
                      <a:lumOff val="25000"/>
                    </a:schemeClr>
                  </a:gs>
                </a:gsLst>
                <a:lin ang="5400000" scaled="1"/>
              </a:gra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753DC7D-F7D8-0E14-A7FD-1E43CFB3A286}"/>
              </a:ext>
            </a:extLst>
          </p:cNvPr>
          <p:cNvSpPr/>
          <p:nvPr/>
        </p:nvSpPr>
        <p:spPr>
          <a:xfrm>
            <a:off x="801710" y="1406049"/>
            <a:ext cx="10592167" cy="359201"/>
          </a:xfrm>
          <a:prstGeom prst="rect">
            <a:avLst/>
          </a:prstGeom>
          <a:solidFill>
            <a:srgbClr val="2275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ko-KR" altLang="en-US" sz="2000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입교 신청서 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D8C302B-6D2F-87B2-A2B1-D0B844E709CB}"/>
              </a:ext>
            </a:extLst>
          </p:cNvPr>
          <p:cNvSpPr/>
          <p:nvPr/>
        </p:nvSpPr>
        <p:spPr>
          <a:xfrm>
            <a:off x="799567" y="4401633"/>
            <a:ext cx="10592164" cy="1749785"/>
          </a:xfrm>
          <a:prstGeom prst="rect">
            <a:avLst/>
          </a:prstGeom>
          <a:solidFill>
            <a:schemeClr val="bg1"/>
          </a:solidFill>
          <a:ln w="9525">
            <a:solidFill>
              <a:srgbClr val="134499"/>
            </a:solidFill>
          </a:ln>
          <a:effectLst>
            <a:outerShdw dist="38100" dir="5400000" algn="tl" rotWithShape="0">
              <a:srgbClr val="134499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216000" rIns="90000" bIns="90000" rtlCol="0" anchor="ctr"/>
          <a:lstStyle/>
          <a:p>
            <a:pPr>
              <a:lnSpc>
                <a:spcPct val="110000"/>
              </a:lnSpc>
              <a:spcBef>
                <a:spcPts val="200"/>
              </a:spcBef>
              <a:buClr>
                <a:srgbClr val="2275DD"/>
              </a:buClr>
              <a:buSzPct val="100000"/>
            </a:pPr>
            <a:endParaRPr lang="en-US" altLang="ko-KR" sz="1400"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75000"/>
                      <a:lumOff val="25000"/>
                    </a:schemeClr>
                  </a:gs>
                </a:gsLst>
                <a:lin ang="5400000" scaled="1"/>
              </a:gra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EBE5672-3B7A-159A-F2CC-DFFF452FA852}"/>
              </a:ext>
            </a:extLst>
          </p:cNvPr>
          <p:cNvSpPr/>
          <p:nvPr/>
        </p:nvSpPr>
        <p:spPr>
          <a:xfrm>
            <a:off x="799568" y="3898529"/>
            <a:ext cx="10592164" cy="464444"/>
          </a:xfrm>
          <a:prstGeom prst="rect">
            <a:avLst/>
          </a:prstGeom>
          <a:solidFill>
            <a:srgbClr val="134499">
              <a:alpha val="10000"/>
            </a:srgbClr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216000" rIns="90000" bIns="90000" rtlCol="0" anchor="ctr"/>
          <a:lstStyle/>
          <a:p>
            <a:pPr marL="180975" indent="-180975">
              <a:lnSpc>
                <a:spcPct val="110000"/>
              </a:lnSpc>
              <a:spcBef>
                <a:spcPts val="200"/>
              </a:spcBef>
              <a:buClr>
                <a:srgbClr val="2275DD"/>
              </a:buClr>
              <a:buSzPct val="100000"/>
              <a:buFont typeface="Arial" panose="020B0604020202020204" pitchFamily="34" charset="0"/>
              <a:buChar char="•"/>
            </a:pPr>
            <a:endParaRPr lang="ko-KR" altLang="en-US" sz="1400"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75000"/>
                      <a:lumOff val="25000"/>
                    </a:schemeClr>
                  </a:gs>
                </a:gsLst>
                <a:lin ang="5400000" scaled="1"/>
              </a:gra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7B1348B-CDF8-AA41-8811-818FCF59F97A}"/>
              </a:ext>
            </a:extLst>
          </p:cNvPr>
          <p:cNvSpPr/>
          <p:nvPr/>
        </p:nvSpPr>
        <p:spPr>
          <a:xfrm>
            <a:off x="799567" y="3951150"/>
            <a:ext cx="10592167" cy="359201"/>
          </a:xfrm>
          <a:prstGeom prst="rect">
            <a:avLst/>
          </a:prstGeom>
          <a:solidFill>
            <a:srgbClr val="0734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ko-KR" altLang="en-US" sz="2000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수료 기준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7669367-DEF7-A17D-2EDE-3670484F7F63}"/>
              </a:ext>
            </a:extLst>
          </p:cNvPr>
          <p:cNvSpPr txBox="1"/>
          <p:nvPr/>
        </p:nvSpPr>
        <p:spPr>
          <a:xfrm>
            <a:off x="799567" y="4544111"/>
            <a:ext cx="4240263" cy="4864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16000">
              <a:lnSpc>
                <a:spcPct val="110000"/>
              </a:lnSpc>
              <a:spcBef>
                <a:spcPts val="200"/>
              </a:spcBef>
              <a:buClr>
                <a:srgbClr val="07346D"/>
              </a:buClr>
              <a:buSzPct val="100000"/>
              <a:buFont typeface="Wingdings" panose="05000000000000000000" pitchFamily="2" charset="2"/>
              <a:buChar char="§"/>
            </a:pPr>
            <a:r>
              <a:rPr lang="ko-KR" altLang="en-US" sz="2500" spc="-100" dirty="0">
                <a:solidFill>
                  <a:srgbClr val="C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관련 규정에 따른 </a:t>
            </a:r>
            <a:r>
              <a:rPr lang="ko-KR" altLang="en-US" sz="2500" spc="-10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교육 시간 준수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4204615-79A8-3CE3-94EE-BD73106B1E12}"/>
              </a:ext>
            </a:extLst>
          </p:cNvPr>
          <p:cNvSpPr txBox="1"/>
          <p:nvPr/>
        </p:nvSpPr>
        <p:spPr>
          <a:xfrm>
            <a:off x="799567" y="1869125"/>
            <a:ext cx="9284914" cy="4864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16000">
              <a:lnSpc>
                <a:spcPct val="110000"/>
              </a:lnSpc>
              <a:spcBef>
                <a:spcPts val="200"/>
              </a:spcBef>
              <a:buClr>
                <a:srgbClr val="2275DD"/>
              </a:buClr>
              <a:buSzPct val="100000"/>
              <a:buFont typeface="Wingdings" panose="05000000000000000000" pitchFamily="2" charset="2"/>
              <a:buChar char="§"/>
            </a:pPr>
            <a:r>
              <a:rPr lang="ko-KR" altLang="en-US" sz="2500" spc="-100" dirty="0">
                <a:solidFill>
                  <a:srgbClr val="C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개인정보 수집</a:t>
            </a:r>
            <a:r>
              <a:rPr lang="en-US" altLang="ko-KR" sz="2500" spc="-100" dirty="0">
                <a:solidFill>
                  <a:srgbClr val="C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2500" spc="-100" dirty="0">
                <a:solidFill>
                  <a:srgbClr val="C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이용 및 민감보안정보 취급에 관한 내용 필독 후</a:t>
            </a:r>
            <a:r>
              <a:rPr lang="en-US" altLang="ko-KR" sz="2500" spc="-100" dirty="0">
                <a:solidFill>
                  <a:srgbClr val="C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2500" spc="-100" dirty="0" err="1">
                <a:solidFill>
                  <a:srgbClr val="C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동의란</a:t>
            </a:r>
            <a:r>
              <a:rPr lang="ko-KR" altLang="en-US" sz="2500" spc="-100" dirty="0">
                <a:solidFill>
                  <a:srgbClr val="C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 체크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B405B6E-135B-131D-0643-6F4672623642}"/>
              </a:ext>
            </a:extLst>
          </p:cNvPr>
          <p:cNvSpPr txBox="1"/>
          <p:nvPr/>
        </p:nvSpPr>
        <p:spPr>
          <a:xfrm>
            <a:off x="799567" y="2325600"/>
            <a:ext cx="3913251" cy="4864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16000">
              <a:lnSpc>
                <a:spcPct val="110000"/>
              </a:lnSpc>
              <a:spcBef>
                <a:spcPts val="200"/>
              </a:spcBef>
              <a:buClr>
                <a:srgbClr val="2275DD"/>
              </a:buClr>
              <a:buSzPct val="100000"/>
              <a:buFont typeface="Wingdings" panose="05000000000000000000" pitchFamily="2" charset="2"/>
              <a:buChar char="§"/>
            </a:pPr>
            <a:r>
              <a:rPr lang="ko-KR" altLang="en-US" sz="2500" spc="-10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교번 기재 </a:t>
            </a:r>
            <a:r>
              <a:rPr lang="en-US" altLang="ko-KR" sz="2500" spc="-10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2500" spc="-10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출석 확인 시 안내</a:t>
            </a:r>
            <a:r>
              <a:rPr lang="en-US" altLang="ko-KR" sz="2500" spc="-10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)</a:t>
            </a:r>
            <a:endParaRPr lang="ko-KR" altLang="en-US" sz="2500" spc="-100" dirty="0"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75000"/>
                      <a:lumOff val="25000"/>
                    </a:schemeClr>
                  </a:gs>
                </a:gsLst>
                <a:lin ang="5400000" scaled="1"/>
              </a:gradFill>
              <a:latin typeface="Pretendard Medium" panose="02000603000000020004" pitchFamily="2" charset="-127"/>
              <a:ea typeface="Pretendard Medium" panose="020006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C1B0F05-1A02-A2CD-9423-894A6F6BF544}"/>
              </a:ext>
            </a:extLst>
          </p:cNvPr>
          <p:cNvSpPr txBox="1"/>
          <p:nvPr/>
        </p:nvSpPr>
        <p:spPr>
          <a:xfrm>
            <a:off x="799567" y="2780876"/>
            <a:ext cx="10185802" cy="9096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16000">
              <a:lnSpc>
                <a:spcPct val="110000"/>
              </a:lnSpc>
              <a:spcBef>
                <a:spcPts val="200"/>
              </a:spcBef>
              <a:buClr>
                <a:srgbClr val="2275DD"/>
              </a:buClr>
              <a:buSzPct val="100000"/>
              <a:buFont typeface="Wingdings" panose="05000000000000000000" pitchFamily="2" charset="2"/>
              <a:buChar char="§"/>
            </a:pPr>
            <a:r>
              <a:rPr lang="ko-KR" altLang="en-US" sz="2500" spc="-100" dirty="0">
                <a:solidFill>
                  <a:srgbClr val="C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성명</a:t>
            </a:r>
            <a:r>
              <a:rPr lang="en-US" altLang="ko-KR" sz="2500" spc="-100" dirty="0">
                <a:solidFill>
                  <a:srgbClr val="C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2500" spc="-100" dirty="0">
                <a:solidFill>
                  <a:srgbClr val="C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영문 포함</a:t>
            </a:r>
            <a:r>
              <a:rPr lang="en-US" altLang="ko-KR" sz="2500" spc="-100" dirty="0">
                <a:solidFill>
                  <a:srgbClr val="C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), </a:t>
            </a:r>
            <a:r>
              <a:rPr lang="ko-KR" altLang="en-US" sz="2500" spc="-100" dirty="0">
                <a:solidFill>
                  <a:srgbClr val="C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생년월일</a:t>
            </a:r>
            <a:r>
              <a:rPr lang="en-US" altLang="ko-KR" sz="2500" spc="-100" dirty="0">
                <a:solidFill>
                  <a:srgbClr val="C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2500" spc="-100" dirty="0">
                <a:solidFill>
                  <a:srgbClr val="C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주소</a:t>
            </a:r>
            <a:r>
              <a:rPr lang="en-US" altLang="ko-KR" sz="2500" spc="-10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2500" spc="-10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도로명 주소</a:t>
            </a:r>
            <a:r>
              <a:rPr lang="en-US" altLang="ko-KR" sz="2500" spc="-10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2500" spc="-10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직장</a:t>
            </a:r>
            <a:r>
              <a:rPr lang="en-US" altLang="ko-KR" sz="2500" spc="-10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/</a:t>
            </a:r>
            <a:r>
              <a:rPr lang="ko-KR" altLang="en-US" sz="2500" spc="-10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자택 무관</a:t>
            </a:r>
            <a:r>
              <a:rPr lang="en-US" altLang="ko-KR" sz="2500" spc="-10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)</a:t>
            </a:r>
            <a:r>
              <a:rPr lang="ko-KR" altLang="en-US" sz="2500" spc="-100" dirty="0">
                <a:solidFill>
                  <a:srgbClr val="C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는 </a:t>
            </a:r>
            <a:r>
              <a:rPr lang="ko-KR" altLang="en-US" sz="2500" spc="-100" dirty="0" err="1">
                <a:solidFill>
                  <a:srgbClr val="C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교육이수증명서에</a:t>
            </a:r>
            <a:r>
              <a:rPr lang="ko-KR" altLang="en-US" sz="2500" spc="-100" dirty="0">
                <a:solidFill>
                  <a:srgbClr val="C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 </a:t>
            </a:r>
            <a:br>
              <a:rPr lang="en-US" altLang="ko-KR" sz="2500" spc="-100" dirty="0">
                <a:solidFill>
                  <a:srgbClr val="C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</a:br>
            <a:r>
              <a:rPr lang="ko-KR" altLang="en-US" sz="2500" spc="-100" dirty="0">
                <a:solidFill>
                  <a:srgbClr val="C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기재</a:t>
            </a:r>
            <a:r>
              <a:rPr lang="ko-KR" altLang="en-US" sz="2500" spc="-10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되므로 공란 없이 정확히 작성</a:t>
            </a:r>
          </a:p>
        </p:txBody>
      </p:sp>
      <p:pic>
        <p:nvPicPr>
          <p:cNvPr id="39" name="그래픽 38">
            <a:extLst>
              <a:ext uri="{FF2B5EF4-FFF2-40B4-BE49-F238E27FC236}">
                <a16:creationId xmlns:a16="http://schemas.microsoft.com/office/drawing/2014/main" id="{1CC4DF8A-F677-45A0-CC0F-258181FA12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1612" y="3819341"/>
            <a:ext cx="1787821" cy="1087264"/>
          </a:xfrm>
          <a:prstGeom prst="rect">
            <a:avLst/>
          </a:prstGeom>
        </p:spPr>
      </p:pic>
      <p:sp>
        <p:nvSpPr>
          <p:cNvPr id="40" name="슬라이드 번호 개체 틀 39">
            <a:extLst>
              <a:ext uri="{FF2B5EF4-FFF2-40B4-BE49-F238E27FC236}">
                <a16:creationId xmlns:a16="http://schemas.microsoft.com/office/drawing/2014/main" id="{8BDA5EBB-88FD-01B4-8FDC-0AA9FF3095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99ADAF8-EB0A-4AD9-90D7-E41C7CA590E1}" type="slidenum">
              <a:rPr lang="ko-KR" altLang="en-US" smtClean="0"/>
              <a:pPr/>
              <a:t>2</a:t>
            </a:fld>
            <a:endParaRPr lang="ko-KR" altLang="en-US"/>
          </a:p>
        </p:txBody>
      </p:sp>
      <p:pic>
        <p:nvPicPr>
          <p:cNvPr id="2" name="그림 1" descr="교통, 항공 여행, 날개, 항공기이(가) 표시된 사진&#10;&#10;자동 생성된 설명">
            <a:extLst>
              <a:ext uri="{FF2B5EF4-FFF2-40B4-BE49-F238E27FC236}">
                <a16:creationId xmlns:a16="http://schemas.microsoft.com/office/drawing/2014/main" id="{82863FB2-408B-ED6E-2E66-8E839130F6E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17" r="9155"/>
          <a:stretch/>
        </p:blipFill>
        <p:spPr>
          <a:xfrm>
            <a:off x="10053389" y="858556"/>
            <a:ext cx="2030672" cy="138280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3422FD1-0D54-781B-46D6-37C8A0E0CA4D}"/>
              </a:ext>
            </a:extLst>
          </p:cNvPr>
          <p:cNvSpPr txBox="1"/>
          <p:nvPr/>
        </p:nvSpPr>
        <p:spPr>
          <a:xfrm>
            <a:off x="956951" y="423105"/>
            <a:ext cx="30075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-150" normalizeH="0" baseline="0">
                <a:ln>
                  <a:noFill/>
                </a:ln>
                <a:gradFill>
                  <a:gsLst>
                    <a:gs pos="0">
                      <a:srgbClr val="083874"/>
                    </a:gs>
                    <a:gs pos="100000">
                      <a:srgbClr val="083874"/>
                    </a:gs>
                  </a:gsLst>
                  <a:lin ang="16200000" scaled="1"/>
                </a:gradFill>
                <a:effectLst>
                  <a:innerShdw blurRad="127000" dist="50800" dir="13500000">
                    <a:prstClr val="black">
                      <a:alpha val="50000"/>
                    </a:prstClr>
                  </a:innerShdw>
                </a:effectLst>
                <a:uLnTx/>
                <a:uFillTx/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defRPr>
            </a:lvl1pPr>
          </a:lstStyle>
          <a:p>
            <a:r>
              <a:rPr lang="ko-KR" altLang="en-US" dirty="0"/>
              <a:t>입교 신청서 작성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4E0CF8-D3AF-A993-C18E-F87885CCE574}"/>
              </a:ext>
            </a:extLst>
          </p:cNvPr>
          <p:cNvSpPr txBox="1"/>
          <p:nvPr/>
        </p:nvSpPr>
        <p:spPr>
          <a:xfrm>
            <a:off x="380811" y="484660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pc="-15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16200000" scaled="1"/>
                </a:gra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01</a:t>
            </a:r>
            <a:endParaRPr lang="ko-KR" altLang="en-US" sz="2800" spc="-150" dirty="0"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lin ang="16200000" scaled="1"/>
              </a:gra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7669367-DEF7-A17D-2EDE-3670484F7F63}"/>
              </a:ext>
            </a:extLst>
          </p:cNvPr>
          <p:cNvSpPr txBox="1"/>
          <p:nvPr/>
        </p:nvSpPr>
        <p:spPr>
          <a:xfrm>
            <a:off x="799567" y="5024809"/>
            <a:ext cx="10592164" cy="1045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16000">
              <a:lnSpc>
                <a:spcPct val="110000"/>
              </a:lnSpc>
              <a:spcBef>
                <a:spcPts val="200"/>
              </a:spcBef>
              <a:buClr>
                <a:srgbClr val="07346D"/>
              </a:buClr>
              <a:buSzPct val="100000"/>
              <a:buFont typeface="Wingdings" panose="05000000000000000000" pitchFamily="2" charset="2"/>
              <a:buChar char="§"/>
            </a:pPr>
            <a:r>
              <a:rPr lang="ko-KR" altLang="en-US" sz="2500" spc="-10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평가 포함 과정 </a:t>
            </a:r>
            <a:r>
              <a:rPr lang="en-US" altLang="ko-KR" sz="2500" spc="-10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: </a:t>
            </a:r>
            <a:r>
              <a:rPr lang="en-US" altLang="ko-KR" sz="2500" spc="-100" dirty="0">
                <a:solidFill>
                  <a:srgbClr val="C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80</a:t>
            </a:r>
            <a:r>
              <a:rPr lang="ko-KR" altLang="en-US" sz="2500" spc="-100" dirty="0">
                <a:solidFill>
                  <a:srgbClr val="C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점 이상 득점 시 수료</a:t>
            </a:r>
            <a:endParaRPr lang="en-US" altLang="ko-KR" sz="2500" spc="-100" dirty="0">
              <a:solidFill>
                <a:srgbClr val="C00000"/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" panose="02000503000000020004" pitchFamily="2" charset="-127"/>
            </a:endParaRPr>
          </a:p>
          <a:p>
            <a:pPr marL="285750" indent="-216000">
              <a:lnSpc>
                <a:spcPct val="110000"/>
              </a:lnSpc>
              <a:spcBef>
                <a:spcPts val="200"/>
              </a:spcBef>
              <a:buClr>
                <a:srgbClr val="07346D"/>
              </a:buClr>
              <a:buSzPct val="100000"/>
              <a:buFont typeface="Wingdings" panose="05000000000000000000" pitchFamily="2" charset="2"/>
              <a:buChar char="§"/>
            </a:pPr>
            <a:endParaRPr lang="en-US" altLang="ko-KR" sz="500" spc="-100" dirty="0">
              <a:solidFill>
                <a:srgbClr val="C00000"/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" panose="02000503000000020004" pitchFamily="2" charset="-127"/>
            </a:endParaRPr>
          </a:p>
          <a:p>
            <a:pPr marL="69750" algn="ctr">
              <a:lnSpc>
                <a:spcPct val="110000"/>
              </a:lnSpc>
              <a:spcBef>
                <a:spcPts val="200"/>
              </a:spcBef>
              <a:buClr>
                <a:srgbClr val="07346D"/>
              </a:buClr>
              <a:buSzPct val="100000"/>
            </a:pPr>
            <a:r>
              <a:rPr lang="en-US" altLang="ko-KR" sz="2500" spc="-100" dirty="0">
                <a:solidFill>
                  <a:srgbClr val="C00000"/>
                </a:solidFill>
                <a:highlight>
                  <a:srgbClr val="FFFF00"/>
                </a:highlight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* </a:t>
            </a:r>
            <a:r>
              <a:rPr lang="ko-KR" altLang="en-US" sz="2500" spc="-100" dirty="0">
                <a:solidFill>
                  <a:srgbClr val="C00000"/>
                </a:solidFill>
                <a:highlight>
                  <a:srgbClr val="FFFF00"/>
                </a:highlight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평가 결과 </a:t>
            </a:r>
            <a:r>
              <a:rPr lang="en-US" altLang="ko-KR" sz="2500" spc="-100" dirty="0">
                <a:solidFill>
                  <a:srgbClr val="C00000"/>
                </a:solidFill>
                <a:highlight>
                  <a:srgbClr val="FFFF00"/>
                </a:highlight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70</a:t>
            </a:r>
            <a:r>
              <a:rPr lang="ko-KR" altLang="en-US" sz="2500" spc="-100" dirty="0">
                <a:solidFill>
                  <a:srgbClr val="C00000"/>
                </a:solidFill>
                <a:highlight>
                  <a:srgbClr val="FFFF00"/>
                </a:highlight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점 이상 </a:t>
            </a:r>
            <a:r>
              <a:rPr lang="en-US" altLang="ko-KR" sz="2500" spc="-100" dirty="0">
                <a:solidFill>
                  <a:srgbClr val="C00000"/>
                </a:solidFill>
                <a:highlight>
                  <a:srgbClr val="FFFF00"/>
                </a:highlight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80</a:t>
            </a:r>
            <a:r>
              <a:rPr lang="ko-KR" altLang="en-US" sz="2500" spc="-100" dirty="0">
                <a:solidFill>
                  <a:srgbClr val="C00000"/>
                </a:solidFill>
                <a:highlight>
                  <a:srgbClr val="FFFF00"/>
                </a:highlight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점 미만을 획득한 경우에는 재시험 기회 </a:t>
            </a:r>
            <a:r>
              <a:rPr lang="en-US" altLang="ko-KR" sz="2500" spc="-100" dirty="0">
                <a:solidFill>
                  <a:srgbClr val="C00000"/>
                </a:solidFill>
                <a:highlight>
                  <a:srgbClr val="FFFF00"/>
                </a:highlight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2500" spc="-100" dirty="0">
                <a:solidFill>
                  <a:srgbClr val="C00000"/>
                </a:solidFill>
                <a:highlight>
                  <a:srgbClr val="FFFF00"/>
                </a:highlight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회 부여</a:t>
            </a:r>
            <a:r>
              <a:rPr lang="en-US" altLang="ko-KR" sz="2500" spc="-100" dirty="0">
                <a:solidFill>
                  <a:srgbClr val="C00000"/>
                </a:solidFill>
                <a:highlight>
                  <a:srgbClr val="FFFF00"/>
                </a:highlight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2500" spc="-100" dirty="0">
                <a:solidFill>
                  <a:srgbClr val="C00000"/>
                </a:solidFill>
                <a:highlight>
                  <a:srgbClr val="FFFF00"/>
                </a:highlight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지침 개정</a:t>
            </a:r>
            <a:r>
              <a:rPr lang="en-US" altLang="ko-KR" sz="2500" spc="-100" dirty="0">
                <a:solidFill>
                  <a:srgbClr val="C00000"/>
                </a:solidFill>
                <a:highlight>
                  <a:srgbClr val="FFFF00"/>
                </a:highlight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)</a:t>
            </a:r>
            <a:endParaRPr lang="ko-KR" altLang="en-US" sz="2500" spc="-100" dirty="0"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75000"/>
                      <a:lumOff val="25000"/>
                    </a:schemeClr>
                  </a:gs>
                </a:gsLst>
                <a:lin ang="5400000" scaled="1"/>
              </a:gradFill>
              <a:highlight>
                <a:srgbClr val="FFFF00"/>
              </a:highlight>
              <a:latin typeface="Pretendard Medium" panose="02000603000000020004" pitchFamily="2" charset="-127"/>
              <a:ea typeface="Pretendard Medium" panose="020006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60697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사각형: 둥근 모서리 2">
            <a:extLst>
              <a:ext uri="{FF2B5EF4-FFF2-40B4-BE49-F238E27FC236}">
                <a16:creationId xmlns:a16="http://schemas.microsoft.com/office/drawing/2014/main" id="{32775088-F936-410E-83A5-439EC8EAF6CB}"/>
              </a:ext>
            </a:extLst>
          </p:cNvPr>
          <p:cNvSpPr/>
          <p:nvPr/>
        </p:nvSpPr>
        <p:spPr>
          <a:xfrm>
            <a:off x="239273" y="1591360"/>
            <a:ext cx="6116294" cy="4548235"/>
          </a:xfrm>
          <a:prstGeom prst="roundRect">
            <a:avLst>
              <a:gd name="adj" fmla="val 0"/>
            </a:avLst>
          </a:prstGeom>
          <a:pattFill prst="dkUpDiag">
            <a:fgClr>
              <a:srgbClr val="E8F1FB"/>
            </a:fgClr>
            <a:bgClr>
              <a:schemeClr val="bg1"/>
            </a:bgClr>
          </a:patt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216000" rIns="90000" bIns="90000" rtlCol="0" anchor="ctr"/>
          <a:lstStyle/>
          <a:p>
            <a:pPr marL="180975" indent="-180975">
              <a:lnSpc>
                <a:spcPct val="110000"/>
              </a:lnSpc>
              <a:spcBef>
                <a:spcPts val="200"/>
              </a:spcBef>
              <a:buClr>
                <a:srgbClr val="2275DD"/>
              </a:buClr>
              <a:buSzPct val="100000"/>
              <a:buFont typeface="Arial" panose="020B0604020202020204" pitchFamily="34" charset="0"/>
              <a:buChar char="•"/>
            </a:pPr>
            <a:endParaRPr lang="en-US" altLang="ko-KR" sz="1400"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75000"/>
                      <a:lumOff val="25000"/>
                    </a:schemeClr>
                  </a:gs>
                </a:gsLst>
                <a:lin ang="5400000" scaled="1"/>
              </a:gra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80975" indent="-180975">
              <a:lnSpc>
                <a:spcPct val="110000"/>
              </a:lnSpc>
              <a:spcBef>
                <a:spcPts val="200"/>
              </a:spcBef>
              <a:buClr>
                <a:srgbClr val="2275DD"/>
              </a:buClr>
              <a:buSzPct val="100000"/>
              <a:buFont typeface="Arial" panose="020B0604020202020204" pitchFamily="34" charset="0"/>
              <a:buChar char="•"/>
            </a:pPr>
            <a:endParaRPr lang="en-US" altLang="ko-KR" sz="1400"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75000"/>
                      <a:lumOff val="25000"/>
                    </a:schemeClr>
                  </a:gs>
                </a:gsLst>
                <a:lin ang="5400000" scaled="1"/>
              </a:gra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80975" indent="-180975">
              <a:lnSpc>
                <a:spcPct val="110000"/>
              </a:lnSpc>
              <a:spcBef>
                <a:spcPts val="200"/>
              </a:spcBef>
              <a:buClr>
                <a:srgbClr val="2275DD"/>
              </a:buClr>
              <a:buSzPct val="100000"/>
              <a:buFont typeface="Arial" panose="020B0604020202020204" pitchFamily="34" charset="0"/>
              <a:buChar char="•"/>
            </a:pPr>
            <a:endParaRPr lang="en-US" altLang="ko-KR" sz="1400"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75000"/>
                      <a:lumOff val="25000"/>
                    </a:schemeClr>
                  </a:gs>
                </a:gsLst>
                <a:lin ang="5400000" scaled="1"/>
              </a:gra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80975" indent="-180975">
              <a:lnSpc>
                <a:spcPct val="110000"/>
              </a:lnSpc>
              <a:spcBef>
                <a:spcPts val="200"/>
              </a:spcBef>
              <a:buClr>
                <a:srgbClr val="2275DD"/>
              </a:buClr>
              <a:buSzPct val="100000"/>
              <a:buFont typeface="Arial" panose="020B0604020202020204" pitchFamily="34" charset="0"/>
              <a:buChar char="•"/>
            </a:pPr>
            <a:endParaRPr lang="ko-KR" altLang="en-US" sz="1400" dirty="0"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75000"/>
                      <a:lumOff val="25000"/>
                    </a:schemeClr>
                  </a:gs>
                </a:gsLst>
                <a:lin ang="5400000" scaled="1"/>
              </a:gra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4" name="사각형: 둥근 모서리 6">
            <a:extLst>
              <a:ext uri="{FF2B5EF4-FFF2-40B4-BE49-F238E27FC236}">
                <a16:creationId xmlns:a16="http://schemas.microsoft.com/office/drawing/2014/main" id="{E327B0B5-69B5-42AF-9189-D491695040B5}"/>
              </a:ext>
            </a:extLst>
          </p:cNvPr>
          <p:cNvSpPr/>
          <p:nvPr/>
        </p:nvSpPr>
        <p:spPr>
          <a:xfrm>
            <a:off x="254990" y="1293241"/>
            <a:ext cx="6116294" cy="4970969"/>
          </a:xfrm>
          <a:prstGeom prst="roundRect">
            <a:avLst>
              <a:gd name="adj" fmla="val 0"/>
            </a:avLst>
          </a:prstGeom>
          <a:solidFill>
            <a:srgbClr val="1D59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en-US" altLang="ko-KR" dirty="0">
              <a:gradFill>
                <a:gsLst>
                  <a:gs pos="0">
                    <a:prstClr val="white"/>
                  </a:gs>
                  <a:gs pos="100000">
                    <a:prstClr val="white"/>
                  </a:gs>
                </a:gsLst>
                <a:lin ang="16200000" scaled="1"/>
              </a:gra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  <a:p>
            <a:endParaRPr lang="ko-KR" altLang="en-US" dirty="0">
              <a:gradFill>
                <a:gsLst>
                  <a:gs pos="0">
                    <a:prstClr val="white"/>
                  </a:gs>
                  <a:gs pos="100000">
                    <a:prstClr val="white"/>
                  </a:gs>
                </a:gsLst>
                <a:lin ang="16200000" scaled="1"/>
              </a:gra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4783EB-809E-4CFC-886C-6E045358A1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99ADAF8-EB0A-4AD9-90D7-E41C7CA590E1}" type="slidenum">
              <a:rPr lang="ko-KR" altLang="en-US" smtClean="0"/>
              <a:pPr/>
              <a:t>3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2B9EA8-8315-4451-9523-28FDF5885857}"/>
              </a:ext>
            </a:extLst>
          </p:cNvPr>
          <p:cNvSpPr txBox="1"/>
          <p:nvPr/>
        </p:nvSpPr>
        <p:spPr>
          <a:xfrm>
            <a:off x="956951" y="423105"/>
            <a:ext cx="33531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3600" spc="-150">
                <a:gradFill>
                  <a:gsLst>
                    <a:gs pos="0">
                      <a:srgbClr val="083874"/>
                    </a:gs>
                    <a:gs pos="100000">
                      <a:srgbClr val="083874"/>
                    </a:gs>
                  </a:gsLst>
                  <a:lin ang="16200000" scaled="1"/>
                </a:gradFill>
                <a:effectLst>
                  <a:innerShdw blurRad="127000" dist="50800" dir="13500000">
                    <a:prstClr val="black">
                      <a:alpha val="50000"/>
                    </a:prstClr>
                  </a:innerShdw>
                </a:effectLst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defRPr>
            </a:lvl1pPr>
          </a:lstStyle>
          <a:p>
            <a:r>
              <a:rPr lang="ko-KR" altLang="en-US" dirty="0"/>
              <a:t>교육생 준수사항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E9DD34-DE49-4ECA-9FAE-5FC9C8B121C8}"/>
              </a:ext>
            </a:extLst>
          </p:cNvPr>
          <p:cNvSpPr txBox="1"/>
          <p:nvPr/>
        </p:nvSpPr>
        <p:spPr>
          <a:xfrm>
            <a:off x="380811" y="484660"/>
            <a:ext cx="5677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pc="-15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16200000" scaled="1"/>
                </a:gra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02</a:t>
            </a:r>
            <a:endParaRPr lang="ko-KR" altLang="en-US" sz="2800" spc="-150" dirty="0"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lin ang="16200000" scaled="1"/>
              </a:gra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13A3AF-AD20-49BD-8781-16082B5BC60A}"/>
              </a:ext>
            </a:extLst>
          </p:cNvPr>
          <p:cNvSpPr txBox="1"/>
          <p:nvPr/>
        </p:nvSpPr>
        <p:spPr>
          <a:xfrm>
            <a:off x="239273" y="1455869"/>
            <a:ext cx="6094305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500" noProof="0" dirty="0">
                <a:solidFill>
                  <a:schemeClr val="bg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교육 중 판독 이미지 사진촬영 금지</a:t>
            </a:r>
            <a:endParaRPr lang="en-US" altLang="ko-KR" sz="2500" noProof="0" dirty="0">
              <a:solidFill>
                <a:schemeClr val="bg1"/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" panose="02000503000000020004" pitchFamily="2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2500" noProof="0" dirty="0">
              <a:solidFill>
                <a:schemeClr val="bg1"/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" panose="02000503000000020004" pitchFamily="2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500" dirty="0">
                <a:solidFill>
                  <a:schemeClr val="bg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사진촬영 적발 시 퇴교처분</a:t>
            </a:r>
            <a:endParaRPr lang="en-US" altLang="ko-KR" sz="2500" dirty="0">
              <a:solidFill>
                <a:schemeClr val="bg1"/>
              </a:solidFill>
              <a:latin typeface="Pretendard Medium" panose="02000603000000020004" pitchFamily="2" charset="-127"/>
              <a:ea typeface="Pretendard Medium" panose="02000603000000020004" pitchFamily="2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2500" dirty="0">
              <a:solidFill>
                <a:schemeClr val="bg1"/>
              </a:solidFill>
              <a:latin typeface="Pretendard Medium" panose="02000603000000020004" pitchFamily="2" charset="-127"/>
              <a:ea typeface="Pretendard Medium" panose="02000603000000020004" pitchFamily="2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500" dirty="0">
                <a:solidFill>
                  <a:schemeClr val="bg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CBT</a:t>
            </a:r>
            <a:r>
              <a:rPr lang="ko-KR" altLang="en-US" sz="2500" dirty="0">
                <a:solidFill>
                  <a:schemeClr val="bg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평가 전 무작위 휴대폰 검사 </a:t>
            </a:r>
            <a:endParaRPr lang="en-US" altLang="ko-KR" sz="2500" dirty="0">
              <a:solidFill>
                <a:schemeClr val="bg1"/>
              </a:solidFill>
              <a:latin typeface="Pretendard Medium" panose="02000603000000020004" pitchFamily="2" charset="-127"/>
              <a:ea typeface="Pretendard Medium" panose="02000603000000020004" pitchFamily="2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2500" dirty="0">
              <a:solidFill>
                <a:schemeClr val="bg1"/>
              </a:solidFill>
              <a:latin typeface="Pretendard Medium" panose="02000603000000020004" pitchFamily="2" charset="-127"/>
              <a:ea typeface="Pretendard Medium" panose="02000603000000020004" pitchFamily="2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500" dirty="0" err="1">
                <a:solidFill>
                  <a:schemeClr val="bg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판독이미지</a:t>
            </a:r>
            <a:r>
              <a:rPr lang="ko-KR" altLang="en-US" sz="2500" dirty="0">
                <a:solidFill>
                  <a:schemeClr val="bg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 보안센터 외부에서 확인 시 추적</a:t>
            </a:r>
            <a:r>
              <a:rPr lang="en-US" altLang="ko-KR" sz="2500" dirty="0">
                <a:solidFill>
                  <a:schemeClr val="bg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 </a:t>
            </a:r>
            <a:r>
              <a:rPr lang="ko-KR" altLang="en-US" sz="2500" dirty="0">
                <a:solidFill>
                  <a:schemeClr val="bg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후 관련자 및 해당기관에 </a:t>
            </a:r>
            <a:r>
              <a:rPr lang="ko-KR" altLang="en-US" sz="2500" dirty="0" err="1">
                <a:solidFill>
                  <a:schemeClr val="bg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민〮형사</a:t>
            </a:r>
            <a:r>
              <a:rPr lang="ko-KR" altLang="en-US" sz="2500" dirty="0">
                <a:solidFill>
                  <a:schemeClr val="bg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 소송 제기</a:t>
            </a:r>
            <a:endParaRPr lang="en-US" altLang="ko-KR" sz="2500" dirty="0">
              <a:solidFill>
                <a:schemeClr val="bg1"/>
              </a:solidFill>
              <a:latin typeface="Pretendard Medium" panose="02000603000000020004" pitchFamily="2" charset="-127"/>
              <a:ea typeface="Pretendard Medium" panose="02000603000000020004" pitchFamily="2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2500" dirty="0">
              <a:solidFill>
                <a:schemeClr val="bg1"/>
              </a:solidFill>
              <a:latin typeface="Pretendard Medium" panose="02000603000000020004" pitchFamily="2" charset="-127"/>
              <a:ea typeface="Pretendard Medium" panose="02000603000000020004" pitchFamily="2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500" dirty="0">
                <a:solidFill>
                  <a:schemeClr val="bg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저작권법</a:t>
            </a:r>
            <a:r>
              <a:rPr lang="en-US" altLang="ko-KR" sz="2500" dirty="0">
                <a:solidFill>
                  <a:schemeClr val="bg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, </a:t>
            </a:r>
            <a:r>
              <a:rPr lang="ko-KR" altLang="en-US" sz="2500" dirty="0">
                <a:solidFill>
                  <a:schemeClr val="bg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항공보안법</a:t>
            </a:r>
            <a:r>
              <a:rPr lang="en-US" altLang="ko-KR" sz="2500" dirty="0">
                <a:solidFill>
                  <a:schemeClr val="bg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, </a:t>
            </a:r>
            <a:r>
              <a:rPr lang="ko-KR" altLang="en-US" sz="2500" dirty="0">
                <a:solidFill>
                  <a:schemeClr val="bg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국제법에 의해</a:t>
            </a:r>
            <a:br>
              <a:rPr lang="en-US" altLang="ko-KR" sz="2500" dirty="0">
                <a:solidFill>
                  <a:schemeClr val="bg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</a:br>
            <a:r>
              <a:rPr lang="ko-KR" altLang="en-US" sz="2500" dirty="0">
                <a:solidFill>
                  <a:schemeClr val="bg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무단촬영시 해당자 처벌조치 이행</a:t>
            </a:r>
            <a:endParaRPr lang="en-US" altLang="ko-KR" sz="2500" dirty="0">
              <a:solidFill>
                <a:schemeClr val="bg1"/>
              </a:solidFill>
              <a:latin typeface="Pretendard Medium" panose="02000603000000020004" pitchFamily="2" charset="-127"/>
              <a:ea typeface="Pretendard Medium" panose="02000603000000020004" pitchFamily="2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ko-KR" altLang="en-US" sz="2500" dirty="0">
              <a:solidFill>
                <a:schemeClr val="bg1"/>
              </a:solidFill>
              <a:latin typeface="Pretendard Medium" panose="02000603000000020004" pitchFamily="2" charset="-127"/>
              <a:ea typeface="Pretendard Medium" panose="02000603000000020004" pitchFamily="2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A89F2FF2-700E-4E7B-9FA5-0E884D4EAE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3206" y="1364246"/>
            <a:ext cx="5210142" cy="4899964"/>
          </a:xfrm>
          <a:prstGeom prst="rect">
            <a:avLst/>
          </a:prstGeom>
          <a:ln w="76200">
            <a:solidFill>
              <a:srgbClr val="FF0000"/>
            </a:solidFill>
          </a:ln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34FA9BCF-308E-4724-AFCA-E2B9556FFEE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7000"/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2671" r="35069" b="51547"/>
          <a:stretch/>
        </p:blipFill>
        <p:spPr>
          <a:xfrm>
            <a:off x="4787799" y="4718174"/>
            <a:ext cx="1555735" cy="1096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092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자유형: 도형 13">
            <a:extLst>
              <a:ext uri="{FF2B5EF4-FFF2-40B4-BE49-F238E27FC236}">
                <a16:creationId xmlns:a16="http://schemas.microsoft.com/office/drawing/2014/main" id="{7BA696E4-38A7-FFB0-615D-F1BECD1591E8}"/>
              </a:ext>
            </a:extLst>
          </p:cNvPr>
          <p:cNvSpPr/>
          <p:nvPr/>
        </p:nvSpPr>
        <p:spPr>
          <a:xfrm flipH="1">
            <a:off x="7209907" y="2184042"/>
            <a:ext cx="4218558" cy="3738792"/>
          </a:xfrm>
          <a:custGeom>
            <a:avLst/>
            <a:gdLst>
              <a:gd name="connsiteX0" fmla="*/ 4837896 w 4837896"/>
              <a:gd name="connsiteY0" fmla="*/ 0 h 4287694"/>
              <a:gd name="connsiteX1" fmla="*/ 1918632 w 4837896"/>
              <a:gd name="connsiteY1" fmla="*/ 0 h 4287694"/>
              <a:gd name="connsiteX2" fmla="*/ 1693941 w 4837896"/>
              <a:gd name="connsiteY2" fmla="*/ 183444 h 4287694"/>
              <a:gd name="connsiteX3" fmla="*/ 0 w 4837896"/>
              <a:gd name="connsiteY3" fmla="*/ 183444 h 4287694"/>
              <a:gd name="connsiteX4" fmla="*/ 0 w 4837896"/>
              <a:gd name="connsiteY4" fmla="*/ 1285201 h 4287694"/>
              <a:gd name="connsiteX5" fmla="*/ 0 w 4837896"/>
              <a:gd name="connsiteY5" fmla="*/ 3185937 h 4287694"/>
              <a:gd name="connsiteX6" fmla="*/ 0 w 4837896"/>
              <a:gd name="connsiteY6" fmla="*/ 4287694 h 4287694"/>
              <a:gd name="connsiteX7" fmla="*/ 4837896 w 4837896"/>
              <a:gd name="connsiteY7" fmla="*/ 4287694 h 4287694"/>
              <a:gd name="connsiteX8" fmla="*/ 4837896 w 4837896"/>
              <a:gd name="connsiteY8" fmla="*/ 3185937 h 4287694"/>
              <a:gd name="connsiteX9" fmla="*/ 4837896 w 4837896"/>
              <a:gd name="connsiteY9" fmla="*/ 1101757 h 4287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837896" h="4287694">
                <a:moveTo>
                  <a:pt x="4837896" y="0"/>
                </a:moveTo>
                <a:lnTo>
                  <a:pt x="1918632" y="0"/>
                </a:lnTo>
                <a:lnTo>
                  <a:pt x="1693941" y="183444"/>
                </a:lnTo>
                <a:lnTo>
                  <a:pt x="0" y="183444"/>
                </a:lnTo>
                <a:lnTo>
                  <a:pt x="0" y="1285201"/>
                </a:lnTo>
                <a:lnTo>
                  <a:pt x="0" y="3185937"/>
                </a:lnTo>
                <a:lnTo>
                  <a:pt x="0" y="4287694"/>
                </a:lnTo>
                <a:lnTo>
                  <a:pt x="4837896" y="4287694"/>
                </a:lnTo>
                <a:lnTo>
                  <a:pt x="4837896" y="3185937"/>
                </a:lnTo>
                <a:lnTo>
                  <a:pt x="4837896" y="1101757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rgbClr val="2275DD"/>
            </a:solidFill>
          </a:ln>
          <a:effectLst>
            <a:outerShdw dist="38100" dir="5400000" algn="tl" rotWithShape="0">
              <a:srgbClr val="2275DD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88000" tIns="216000" rIns="90000" bIns="90000" rtlCol="0" anchor="ctr">
            <a:no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buClr>
                <a:srgbClr val="2275DD"/>
              </a:buClr>
              <a:buSzPct val="100000"/>
            </a:pPr>
            <a:endParaRPr lang="en-US" altLang="ko-KR" sz="1400"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75000"/>
                      <a:lumOff val="25000"/>
                    </a:schemeClr>
                  </a:gs>
                </a:gsLst>
                <a:lin ang="5400000" scaled="1"/>
              </a:gra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5" name="평행 사변형 14">
            <a:extLst>
              <a:ext uri="{FF2B5EF4-FFF2-40B4-BE49-F238E27FC236}">
                <a16:creationId xmlns:a16="http://schemas.microsoft.com/office/drawing/2014/main" id="{7071B27A-DA69-50C2-3182-E7C165B3D774}"/>
              </a:ext>
            </a:extLst>
          </p:cNvPr>
          <p:cNvSpPr/>
          <p:nvPr/>
        </p:nvSpPr>
        <p:spPr>
          <a:xfrm flipH="1">
            <a:off x="9767646" y="2179841"/>
            <a:ext cx="203487" cy="158672"/>
          </a:xfrm>
          <a:prstGeom prst="parallelogram">
            <a:avLst>
              <a:gd name="adj" fmla="val 92753"/>
            </a:avLst>
          </a:prstGeom>
          <a:solidFill>
            <a:srgbClr val="2275DD"/>
          </a:solidFill>
          <a:ln>
            <a:solidFill>
              <a:srgbClr val="2275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DDD27ECC-3353-1696-EA36-ECC8AC7DD94A}"/>
              </a:ext>
            </a:extLst>
          </p:cNvPr>
          <p:cNvSpPr/>
          <p:nvPr/>
        </p:nvSpPr>
        <p:spPr>
          <a:xfrm>
            <a:off x="7665719" y="2288374"/>
            <a:ext cx="76110" cy="76110"/>
          </a:xfrm>
          <a:prstGeom prst="ellipse">
            <a:avLst/>
          </a:prstGeom>
          <a:solidFill>
            <a:schemeClr val="bg1">
              <a:alpha val="67000"/>
            </a:schemeClr>
          </a:solidFill>
          <a:ln w="9525">
            <a:solidFill>
              <a:srgbClr val="2275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3554A1CF-3117-8B2A-8F73-A760588B4122}"/>
              </a:ext>
            </a:extLst>
          </p:cNvPr>
          <p:cNvSpPr/>
          <p:nvPr/>
        </p:nvSpPr>
        <p:spPr>
          <a:xfrm>
            <a:off x="7520939" y="2288374"/>
            <a:ext cx="76110" cy="76110"/>
          </a:xfrm>
          <a:prstGeom prst="ellipse">
            <a:avLst/>
          </a:prstGeom>
          <a:solidFill>
            <a:schemeClr val="bg1">
              <a:alpha val="67000"/>
            </a:schemeClr>
          </a:solidFill>
          <a:ln w="9525">
            <a:solidFill>
              <a:srgbClr val="2275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331CFD6C-A1E7-F970-98AF-44762AE36D19}"/>
              </a:ext>
            </a:extLst>
          </p:cNvPr>
          <p:cNvSpPr/>
          <p:nvPr/>
        </p:nvSpPr>
        <p:spPr>
          <a:xfrm>
            <a:off x="7376159" y="2288374"/>
            <a:ext cx="76110" cy="76110"/>
          </a:xfrm>
          <a:prstGeom prst="ellipse">
            <a:avLst/>
          </a:prstGeom>
          <a:solidFill>
            <a:schemeClr val="bg1">
              <a:alpha val="67000"/>
            </a:schemeClr>
          </a:solidFill>
          <a:ln w="9525">
            <a:solidFill>
              <a:srgbClr val="2275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슬라이드 번호 개체 틀 21">
            <a:extLst>
              <a:ext uri="{FF2B5EF4-FFF2-40B4-BE49-F238E27FC236}">
                <a16:creationId xmlns:a16="http://schemas.microsoft.com/office/drawing/2014/main" id="{5A46C2CE-29D4-90B9-1997-83D3948DBB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99ADAF8-EB0A-4AD9-90D7-E41C7CA590E1}" type="slidenum">
              <a:rPr lang="ko-KR" altLang="en-US" smtClean="0"/>
              <a:pPr/>
              <a:t>4</a:t>
            </a:fld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ADBE1DD-5506-FE31-8A73-38E8DB50381A}"/>
              </a:ext>
            </a:extLst>
          </p:cNvPr>
          <p:cNvSpPr txBox="1"/>
          <p:nvPr/>
        </p:nvSpPr>
        <p:spPr>
          <a:xfrm>
            <a:off x="956951" y="423105"/>
            <a:ext cx="33531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3600" spc="-150">
                <a:gradFill>
                  <a:gsLst>
                    <a:gs pos="0">
                      <a:srgbClr val="083874"/>
                    </a:gs>
                    <a:gs pos="100000">
                      <a:srgbClr val="083874"/>
                    </a:gs>
                  </a:gsLst>
                  <a:lin ang="16200000" scaled="1"/>
                </a:gradFill>
                <a:effectLst>
                  <a:innerShdw blurRad="127000" dist="50800" dir="13500000">
                    <a:prstClr val="black">
                      <a:alpha val="50000"/>
                    </a:prstClr>
                  </a:innerShdw>
                </a:effectLst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defRPr>
            </a:lvl1pPr>
          </a:lstStyle>
          <a:p>
            <a:r>
              <a:rPr lang="ko-KR" altLang="en-US" dirty="0"/>
              <a:t>교육생 준수사항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F4E0CF8-D3AF-A993-C18E-F87885CCE574}"/>
              </a:ext>
            </a:extLst>
          </p:cNvPr>
          <p:cNvSpPr txBox="1"/>
          <p:nvPr/>
        </p:nvSpPr>
        <p:spPr>
          <a:xfrm>
            <a:off x="380811" y="484660"/>
            <a:ext cx="5677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pc="-15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16200000" scaled="1"/>
                </a:gra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02</a:t>
            </a:r>
            <a:endParaRPr lang="ko-KR" altLang="en-US" sz="2800" spc="-150" dirty="0"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lin ang="16200000" scaled="1"/>
              </a:gra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4811" y="2583959"/>
            <a:ext cx="4068749" cy="3051562"/>
          </a:xfrm>
          <a:prstGeom prst="rect">
            <a:avLst/>
          </a:prstGeom>
        </p:spPr>
      </p:pic>
      <p:sp>
        <p:nvSpPr>
          <p:cNvPr id="19" name="사각형: 둥근 모서리 2">
            <a:extLst>
              <a:ext uri="{FF2B5EF4-FFF2-40B4-BE49-F238E27FC236}">
                <a16:creationId xmlns:a16="http://schemas.microsoft.com/office/drawing/2014/main" id="{FE4FE13C-192A-8BFA-E25D-6230A491E642}"/>
              </a:ext>
            </a:extLst>
          </p:cNvPr>
          <p:cNvSpPr/>
          <p:nvPr/>
        </p:nvSpPr>
        <p:spPr>
          <a:xfrm>
            <a:off x="894107" y="1808114"/>
            <a:ext cx="6116294" cy="4548235"/>
          </a:xfrm>
          <a:prstGeom prst="roundRect">
            <a:avLst>
              <a:gd name="adj" fmla="val 0"/>
            </a:avLst>
          </a:prstGeom>
          <a:pattFill prst="dkUpDiag">
            <a:fgClr>
              <a:srgbClr val="E8F1FB"/>
            </a:fgClr>
            <a:bgClr>
              <a:schemeClr val="bg1"/>
            </a:bgClr>
          </a:patt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216000" rIns="90000" bIns="90000" rtlCol="0" anchor="ctr"/>
          <a:lstStyle/>
          <a:p>
            <a:pPr marL="180975" indent="-180975">
              <a:lnSpc>
                <a:spcPct val="110000"/>
              </a:lnSpc>
              <a:spcBef>
                <a:spcPts val="200"/>
              </a:spcBef>
              <a:buClr>
                <a:srgbClr val="2275DD"/>
              </a:buClr>
              <a:buSzPct val="100000"/>
              <a:buFont typeface="Arial" panose="020B0604020202020204" pitchFamily="34" charset="0"/>
              <a:buChar char="•"/>
            </a:pPr>
            <a:endParaRPr lang="en-US" altLang="ko-KR" sz="1400"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75000"/>
                      <a:lumOff val="25000"/>
                    </a:schemeClr>
                  </a:gs>
                </a:gsLst>
                <a:lin ang="5400000" scaled="1"/>
              </a:gra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80975" indent="-180975">
              <a:lnSpc>
                <a:spcPct val="110000"/>
              </a:lnSpc>
              <a:spcBef>
                <a:spcPts val="200"/>
              </a:spcBef>
              <a:buClr>
                <a:srgbClr val="2275DD"/>
              </a:buClr>
              <a:buSzPct val="100000"/>
              <a:buFont typeface="Arial" panose="020B0604020202020204" pitchFamily="34" charset="0"/>
              <a:buChar char="•"/>
            </a:pPr>
            <a:endParaRPr lang="en-US" altLang="ko-KR" sz="1400"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75000"/>
                      <a:lumOff val="25000"/>
                    </a:schemeClr>
                  </a:gs>
                </a:gsLst>
                <a:lin ang="5400000" scaled="1"/>
              </a:gra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80975" indent="-180975">
              <a:lnSpc>
                <a:spcPct val="110000"/>
              </a:lnSpc>
              <a:spcBef>
                <a:spcPts val="200"/>
              </a:spcBef>
              <a:buClr>
                <a:srgbClr val="2275DD"/>
              </a:buClr>
              <a:buSzPct val="100000"/>
              <a:buFont typeface="Arial" panose="020B0604020202020204" pitchFamily="34" charset="0"/>
              <a:buChar char="•"/>
            </a:pPr>
            <a:endParaRPr lang="en-US" altLang="ko-KR" sz="1400"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75000"/>
                      <a:lumOff val="25000"/>
                    </a:schemeClr>
                  </a:gs>
                </a:gsLst>
                <a:lin ang="5400000" scaled="1"/>
              </a:gra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80975" indent="-180975">
              <a:lnSpc>
                <a:spcPct val="110000"/>
              </a:lnSpc>
              <a:spcBef>
                <a:spcPts val="200"/>
              </a:spcBef>
              <a:buClr>
                <a:srgbClr val="2275DD"/>
              </a:buClr>
              <a:buSzPct val="100000"/>
              <a:buFont typeface="Arial" panose="020B0604020202020204" pitchFamily="34" charset="0"/>
              <a:buChar char="•"/>
            </a:pPr>
            <a:endParaRPr lang="ko-KR" altLang="en-US" sz="1400" dirty="0"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75000"/>
                      <a:lumOff val="25000"/>
                    </a:schemeClr>
                  </a:gs>
                </a:gsLst>
                <a:lin ang="5400000" scaled="1"/>
              </a:gra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9DD1C3BF-B541-C4E7-1228-FD9D7F64BFF4}"/>
              </a:ext>
            </a:extLst>
          </p:cNvPr>
          <p:cNvGrpSpPr/>
          <p:nvPr/>
        </p:nvGrpSpPr>
        <p:grpSpPr>
          <a:xfrm>
            <a:off x="904063" y="2105027"/>
            <a:ext cx="6116294" cy="3940719"/>
            <a:chOff x="904063" y="2105027"/>
            <a:chExt cx="6116294" cy="3940719"/>
          </a:xfrm>
        </p:grpSpPr>
        <p:sp>
          <p:nvSpPr>
            <p:cNvPr id="21" name="사각형: 둥근 모서리 6">
              <a:extLst>
                <a:ext uri="{FF2B5EF4-FFF2-40B4-BE49-F238E27FC236}">
                  <a16:creationId xmlns:a16="http://schemas.microsoft.com/office/drawing/2014/main" id="{D59DB335-839B-B349-78A8-47C650FBE224}"/>
                </a:ext>
              </a:extLst>
            </p:cNvPr>
            <p:cNvSpPr/>
            <p:nvPr/>
          </p:nvSpPr>
          <p:spPr>
            <a:xfrm>
              <a:off x="904063" y="2105027"/>
              <a:ext cx="6116294" cy="3940719"/>
            </a:xfrm>
            <a:prstGeom prst="roundRect">
              <a:avLst>
                <a:gd name="adj" fmla="val 0"/>
              </a:avLst>
            </a:prstGeom>
            <a:solidFill>
              <a:srgbClr val="1D59A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en-US" altLang="ko-KR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endParaRPr>
            </a:p>
            <a:p>
              <a:endParaRPr lang="ko-KR" altLang="en-US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A719224-93BD-BA4F-A7BB-B24A831B26FA}"/>
                </a:ext>
              </a:extLst>
            </p:cNvPr>
            <p:cNvSpPr txBox="1"/>
            <p:nvPr/>
          </p:nvSpPr>
          <p:spPr>
            <a:xfrm>
              <a:off x="962439" y="2286246"/>
              <a:ext cx="5979629" cy="354456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285750" indent="-216000">
                <a:spcBef>
                  <a:spcPts val="200"/>
                </a:spcBef>
                <a:buClr>
                  <a:schemeClr val="bg1"/>
                </a:buClr>
                <a:buSzPct val="100000"/>
                <a:buFont typeface="Wingdings" panose="05000000000000000000" pitchFamily="2" charset="2"/>
                <a:buChar char="§"/>
              </a:pPr>
              <a:r>
                <a:rPr lang="ko-KR" altLang="en-US" sz="2200" spc="-1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SemiBold" panose="02000703000000020004" pitchFamily="2" charset="-127"/>
                </a:rPr>
                <a:t>국토교통부 국가민간항공보안 교육훈련지침에 따른 </a:t>
              </a:r>
              <a:br>
                <a:rPr lang="en-US" altLang="ko-KR" sz="2200" spc="-1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SemiBold" panose="02000703000000020004" pitchFamily="2" charset="-127"/>
                </a:rPr>
              </a:br>
              <a:r>
                <a:rPr lang="ko-KR" altLang="en-US" sz="2200" spc="-1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SemiBold" panose="02000703000000020004" pitchFamily="2" charset="-127"/>
                </a:rPr>
                <a:t>과정별 교육시간 준수</a:t>
              </a:r>
              <a:br>
                <a:rPr lang="en-US" altLang="ko-KR" sz="2200" spc="-1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SemiBold" panose="02000703000000020004" pitchFamily="2" charset="-127"/>
                </a:rPr>
              </a:br>
              <a:endParaRPr lang="en-US" altLang="ko-KR" sz="500" spc="-10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SemiBold" panose="02000703000000020004" pitchFamily="2" charset="-127"/>
              </a:endParaRPr>
            </a:p>
            <a:p>
              <a:pPr marL="285750" indent="-216000">
                <a:spcBef>
                  <a:spcPts val="200"/>
                </a:spcBef>
                <a:buClr>
                  <a:schemeClr val="bg1"/>
                </a:buClr>
                <a:buSzPct val="100000"/>
                <a:buFont typeface="Wingdings" panose="05000000000000000000" pitchFamily="2" charset="2"/>
                <a:buChar char="§"/>
              </a:pPr>
              <a:r>
                <a:rPr lang="ko-KR" altLang="en-US" sz="2200" spc="-1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SemiBold" panose="02000703000000020004" pitchFamily="2" charset="-127"/>
                </a:rPr>
                <a:t>오전 </a:t>
              </a:r>
              <a:r>
                <a:rPr lang="en-US" altLang="ko-KR" sz="2200" spc="-1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SemiBold" panose="02000703000000020004" pitchFamily="2" charset="-127"/>
                </a:rPr>
                <a:t>· </a:t>
              </a:r>
              <a:r>
                <a:rPr lang="ko-KR" altLang="en-US" sz="2200" spc="-1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SemiBold" panose="02000703000000020004" pitchFamily="2" charset="-127"/>
                </a:rPr>
                <a:t>오후 강의 시작 전 입실</a:t>
              </a:r>
              <a:endParaRPr lang="en-US" altLang="ko-KR" sz="2200" spc="-10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SemiBold" panose="02000703000000020004" pitchFamily="2" charset="-127"/>
              </a:endParaRPr>
            </a:p>
            <a:p>
              <a:pPr marL="285750" indent="-216000">
                <a:spcBef>
                  <a:spcPts val="200"/>
                </a:spcBef>
                <a:buClr>
                  <a:schemeClr val="bg1"/>
                </a:buClr>
                <a:buSzPct val="100000"/>
                <a:buFont typeface="Wingdings" panose="05000000000000000000" pitchFamily="2" charset="2"/>
                <a:buChar char="§"/>
              </a:pPr>
              <a:endParaRPr lang="en-US" altLang="ko-KR" sz="500" spc="-10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SemiBold" panose="02000703000000020004" pitchFamily="2" charset="-127"/>
              </a:endParaRPr>
            </a:p>
            <a:p>
              <a:pPr marL="285750" indent="-216000">
                <a:spcBef>
                  <a:spcPts val="200"/>
                </a:spcBef>
                <a:buClr>
                  <a:schemeClr val="bg1"/>
                </a:buClr>
                <a:buSzPct val="100000"/>
                <a:buFont typeface="Wingdings" panose="05000000000000000000" pitchFamily="2" charset="2"/>
                <a:buChar char="§"/>
              </a:pPr>
              <a:r>
                <a:rPr lang="ko-KR" altLang="en-US" sz="2200" spc="-1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SemiBold" panose="02000703000000020004" pitchFamily="2" charset="-127"/>
                </a:rPr>
                <a:t>교육시설 및 장비는 소중하고 안전하게 이용</a:t>
              </a:r>
              <a:endParaRPr lang="en-US" altLang="ko-KR" sz="2200" spc="-10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SemiBold" panose="02000703000000020004" pitchFamily="2" charset="-127"/>
              </a:endParaRPr>
            </a:p>
            <a:p>
              <a:pPr marL="285750" indent="-216000">
                <a:spcBef>
                  <a:spcPts val="200"/>
                </a:spcBef>
                <a:buClr>
                  <a:schemeClr val="bg1"/>
                </a:buClr>
                <a:buSzPct val="100000"/>
                <a:buFont typeface="Wingdings" panose="05000000000000000000" pitchFamily="2" charset="2"/>
                <a:buChar char="§"/>
              </a:pPr>
              <a:endParaRPr lang="en-US" altLang="ko-KR" sz="500" spc="-10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SemiBold" panose="02000703000000020004" pitchFamily="2" charset="-127"/>
              </a:endParaRPr>
            </a:p>
            <a:p>
              <a:pPr marL="285750" indent="-216000">
                <a:spcBef>
                  <a:spcPts val="200"/>
                </a:spcBef>
                <a:buClr>
                  <a:schemeClr val="bg1"/>
                </a:buClr>
                <a:buSzPct val="100000"/>
                <a:buFont typeface="Wingdings" panose="05000000000000000000" pitchFamily="2" charset="2"/>
                <a:buChar char="§"/>
              </a:pPr>
              <a:r>
                <a:rPr lang="ko-KR" altLang="en-US" sz="2200" spc="-1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SemiBold" panose="02000703000000020004" pitchFamily="2" charset="-127"/>
                </a:rPr>
                <a:t>교관 </a:t>
              </a:r>
              <a:r>
                <a:rPr lang="en-US" altLang="ko-KR" sz="2200" spc="-1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SemiBold" panose="02000703000000020004" pitchFamily="2" charset="-127"/>
                </a:rPr>
                <a:t>· </a:t>
              </a:r>
              <a:r>
                <a:rPr lang="ko-KR" altLang="en-US" sz="2200" spc="-1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SemiBold" panose="02000703000000020004" pitchFamily="2" charset="-127"/>
                </a:rPr>
                <a:t>교육생 상호간 예의 등</a:t>
              </a:r>
              <a:r>
                <a:rPr lang="en-US" altLang="ko-KR" sz="2200" spc="-100" dirty="0">
                  <a:solidFill>
                    <a:srgbClr val="FF0000"/>
                  </a:solidFill>
                  <a:highlight>
                    <a:srgbClr val="FFFF00"/>
                  </a:highlight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SemiBold" panose="02000703000000020004" pitchFamily="2" charset="-127"/>
                </a:rPr>
                <a:t>(</a:t>
              </a:r>
              <a:r>
                <a:rPr lang="ko-KR" altLang="en-US" sz="2200" spc="-100" dirty="0">
                  <a:solidFill>
                    <a:srgbClr val="FF0000"/>
                  </a:solidFill>
                  <a:highlight>
                    <a:srgbClr val="FFFF00"/>
                  </a:highlight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SemiBold" panose="02000703000000020004" pitchFamily="2" charset="-127"/>
                </a:rPr>
                <a:t>공용공간에서</a:t>
              </a:r>
              <a:r>
                <a:rPr lang="en-US" altLang="ko-KR" sz="2200" spc="-100" dirty="0">
                  <a:solidFill>
                    <a:srgbClr val="FF0000"/>
                  </a:solidFill>
                  <a:highlight>
                    <a:srgbClr val="FFFF00"/>
                  </a:highlight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SemiBold" panose="02000703000000020004" pitchFamily="2" charset="-127"/>
                </a:rPr>
                <a:t> </a:t>
              </a:r>
              <a:r>
                <a:rPr lang="ko-KR" altLang="en-US" sz="2200" spc="-100" dirty="0">
                  <a:solidFill>
                    <a:srgbClr val="FF0000"/>
                  </a:solidFill>
                  <a:highlight>
                    <a:srgbClr val="FFFF00"/>
                  </a:highlight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SemiBold" panose="02000703000000020004" pitchFamily="2" charset="-127"/>
                </a:rPr>
                <a:t>눕지 않기</a:t>
              </a:r>
              <a:r>
                <a:rPr lang="en-US" altLang="ko-KR" sz="2200" spc="-100" dirty="0">
                  <a:solidFill>
                    <a:srgbClr val="FF0000"/>
                  </a:solidFill>
                  <a:highlight>
                    <a:srgbClr val="FFFF00"/>
                  </a:highlight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SemiBold" panose="02000703000000020004" pitchFamily="2" charset="-127"/>
                </a:rPr>
                <a:t>)</a:t>
              </a:r>
            </a:p>
            <a:p>
              <a:pPr marL="285750" indent="-216000">
                <a:spcBef>
                  <a:spcPts val="200"/>
                </a:spcBef>
                <a:buClr>
                  <a:schemeClr val="bg1"/>
                </a:buClr>
                <a:buSzPct val="100000"/>
                <a:buFont typeface="Wingdings" panose="05000000000000000000" pitchFamily="2" charset="2"/>
                <a:buChar char="§"/>
              </a:pPr>
              <a:endParaRPr lang="en-US" altLang="ko-KR" sz="500" spc="-10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SemiBold" panose="02000703000000020004" pitchFamily="2" charset="-127"/>
              </a:endParaRPr>
            </a:p>
            <a:p>
              <a:pPr marL="285750" indent="-216000">
                <a:spcBef>
                  <a:spcPts val="200"/>
                </a:spcBef>
                <a:buClr>
                  <a:schemeClr val="bg1"/>
                </a:buClr>
                <a:buSzPct val="100000"/>
                <a:buFont typeface="Wingdings" panose="05000000000000000000" pitchFamily="2" charset="2"/>
                <a:buChar char="§"/>
              </a:pPr>
              <a:r>
                <a:rPr lang="ko-KR" altLang="en-US" sz="2200" spc="-1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SemiBold" panose="02000703000000020004" pitchFamily="2" charset="-127"/>
                </a:rPr>
                <a:t>지정장소에서 흡연</a:t>
              </a:r>
              <a:endParaRPr lang="en-US" altLang="ko-KR" sz="2200" spc="-10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SemiBold" panose="02000703000000020004" pitchFamily="2" charset="-127"/>
              </a:endParaRPr>
            </a:p>
            <a:p>
              <a:pPr marL="285750" indent="-216000">
                <a:spcBef>
                  <a:spcPts val="200"/>
                </a:spcBef>
                <a:buClr>
                  <a:schemeClr val="bg1"/>
                </a:buClr>
                <a:buSzPct val="100000"/>
                <a:buFont typeface="Wingdings" panose="05000000000000000000" pitchFamily="2" charset="2"/>
                <a:buChar char="§"/>
              </a:pPr>
              <a:endParaRPr lang="en-US" altLang="ko-KR" sz="500" spc="-10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SemiBold" panose="02000703000000020004" pitchFamily="2" charset="-127"/>
              </a:endParaRPr>
            </a:p>
            <a:p>
              <a:pPr marL="285750" indent="-216000">
                <a:spcBef>
                  <a:spcPts val="200"/>
                </a:spcBef>
                <a:buClr>
                  <a:schemeClr val="bg1"/>
                </a:buClr>
                <a:buSzPct val="100000"/>
                <a:buFont typeface="Wingdings" panose="05000000000000000000" pitchFamily="2" charset="2"/>
                <a:buChar char="§"/>
              </a:pPr>
              <a:r>
                <a:rPr lang="ko-KR" altLang="en-US" sz="2200" spc="-1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SemiBold" panose="02000703000000020004" pitchFamily="2" charset="-127"/>
                </a:rPr>
                <a:t>휴대폰은 진동 또는 무음으로 설정</a:t>
              </a:r>
              <a:endParaRPr lang="en-US" altLang="ko-KR" sz="2200" spc="-10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SemiBold" panose="02000703000000020004" pitchFamily="2" charset="-127"/>
              </a:endParaRPr>
            </a:p>
            <a:p>
              <a:pPr marL="285750" indent="-216000">
                <a:spcBef>
                  <a:spcPts val="200"/>
                </a:spcBef>
                <a:buClr>
                  <a:schemeClr val="bg1"/>
                </a:buClr>
                <a:buSzPct val="100000"/>
                <a:buFont typeface="Wingdings" panose="05000000000000000000" pitchFamily="2" charset="2"/>
                <a:buChar char="§"/>
              </a:pPr>
              <a:endParaRPr lang="en-US" altLang="ko-KR" sz="500" spc="-10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SemiBold" panose="02000703000000020004" pitchFamily="2" charset="-127"/>
              </a:endParaRPr>
            </a:p>
            <a:p>
              <a:pPr marL="285750" indent="-216000">
                <a:spcBef>
                  <a:spcPts val="200"/>
                </a:spcBef>
                <a:buClr>
                  <a:schemeClr val="bg1"/>
                </a:buClr>
                <a:buSzPct val="100000"/>
                <a:buFont typeface="Wingdings" panose="05000000000000000000" pitchFamily="2" charset="2"/>
                <a:buChar char="§"/>
              </a:pPr>
              <a:r>
                <a:rPr lang="ko-KR" altLang="en-US" sz="2200" spc="-1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SemiBold" panose="02000703000000020004" pitchFamily="2" charset="-127"/>
                </a:rPr>
                <a:t>개인위생수칙 준수</a:t>
              </a:r>
              <a:r>
                <a:rPr lang="en-US" altLang="ko-KR" sz="2200" spc="-1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SemiBold" panose="02000703000000020004" pitchFamily="2" charset="-127"/>
                </a:rPr>
                <a:t>(</a:t>
              </a:r>
              <a:r>
                <a:rPr lang="ko-KR" altLang="en-US" sz="2200" spc="-1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SemiBold" panose="02000703000000020004" pitchFamily="2" charset="-127"/>
                </a:rPr>
                <a:t>손 씻기 등</a:t>
              </a:r>
              <a:r>
                <a:rPr lang="en-US" altLang="ko-KR" sz="2200" spc="-1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SemiBold" panose="02000703000000020004" pitchFamily="2" charset="-127"/>
                </a:rPr>
                <a:t>)</a:t>
              </a:r>
              <a:endParaRPr lang="ko-KR" altLang="en-US" sz="2200" spc="-10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SemiBold" panose="02000703000000020004" pitchFamily="2" charset="-127"/>
              </a:endParaRPr>
            </a:p>
          </p:txBody>
        </p:sp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B2461A86-888A-3FAF-F60D-4BF0DA7D6BF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alphaModFix amt="7000"/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t="2671" r="35069" b="51547"/>
            <a:stretch/>
          </p:blipFill>
          <p:spPr>
            <a:xfrm>
              <a:off x="5464622" y="4948586"/>
              <a:ext cx="1555735" cy="1096932"/>
            </a:xfrm>
            <a:prstGeom prst="rect">
              <a:avLst/>
            </a:prstGeom>
          </p:spPr>
        </p:pic>
        <p:sp>
          <p:nvSpPr>
            <p:cNvPr id="25" name="L 도형 24">
              <a:extLst>
                <a:ext uri="{FF2B5EF4-FFF2-40B4-BE49-F238E27FC236}">
                  <a16:creationId xmlns:a16="http://schemas.microsoft.com/office/drawing/2014/main" id="{1F01DE5C-0D53-DB8D-5440-80FC6C67D45B}"/>
                </a:ext>
              </a:extLst>
            </p:cNvPr>
            <p:cNvSpPr/>
            <p:nvPr/>
          </p:nvSpPr>
          <p:spPr>
            <a:xfrm rot="16200000">
              <a:off x="6835467" y="5857930"/>
              <a:ext cx="93716" cy="93716"/>
            </a:xfrm>
            <a:prstGeom prst="corner">
              <a:avLst>
                <a:gd name="adj1" fmla="val 26168"/>
                <a:gd name="adj2" fmla="val 23095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Pretendard Medium" panose="02000603000000020004" pitchFamily="2" charset="-127"/>
                <a:ea typeface="Pretendard Medium" panose="02000603000000020004" pitchFamily="2" charset="-127"/>
              </a:endParaRPr>
            </a:p>
          </p:txBody>
        </p:sp>
        <p:sp>
          <p:nvSpPr>
            <p:cNvPr id="27" name="L 도형 26">
              <a:extLst>
                <a:ext uri="{FF2B5EF4-FFF2-40B4-BE49-F238E27FC236}">
                  <a16:creationId xmlns:a16="http://schemas.microsoft.com/office/drawing/2014/main" id="{506A19DD-7B30-583F-C08E-1FBAC7CC8715}"/>
                </a:ext>
              </a:extLst>
            </p:cNvPr>
            <p:cNvSpPr/>
            <p:nvPr/>
          </p:nvSpPr>
          <p:spPr>
            <a:xfrm rot="5400000">
              <a:off x="986147" y="2183704"/>
              <a:ext cx="93716" cy="93716"/>
            </a:xfrm>
            <a:prstGeom prst="corner">
              <a:avLst>
                <a:gd name="adj1" fmla="val 22871"/>
                <a:gd name="adj2" fmla="val 23095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Pretendard Medium" panose="02000603000000020004" pitchFamily="2" charset="-127"/>
                <a:ea typeface="Pretendard Medium" panose="02000603000000020004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245088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42108AF1-9812-2301-3415-93B0A273075D}"/>
              </a:ext>
            </a:extLst>
          </p:cNvPr>
          <p:cNvSpPr/>
          <p:nvPr/>
        </p:nvSpPr>
        <p:spPr>
          <a:xfrm>
            <a:off x="801711" y="1788455"/>
            <a:ext cx="10592164" cy="464444"/>
          </a:xfrm>
          <a:prstGeom prst="rect">
            <a:avLst/>
          </a:prstGeom>
          <a:pattFill prst="dkUpDiag">
            <a:fgClr>
              <a:srgbClr val="E2EDFA"/>
            </a:fgClr>
            <a:bgClr>
              <a:schemeClr val="bg1"/>
            </a:bgClr>
          </a:patt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216000" rIns="90000" bIns="90000" rtlCol="0" anchor="ctr"/>
          <a:lstStyle/>
          <a:p>
            <a:pPr marL="180975" marR="0" lvl="0" indent="-180975" algn="l" defTabSz="914400" rtl="0" eaLnBrk="1" fontAlgn="auto" latinLnBrk="1" hangingPunct="1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rgbClr val="2275D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endParaRPr kumimoji="0" lang="ko-KR" altLang="en-US" sz="14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prstClr val="black">
                      <a:lumMod val="75000"/>
                      <a:lumOff val="25000"/>
                    </a:prstClr>
                  </a:gs>
                  <a:gs pos="100000">
                    <a:prstClr val="black">
                      <a:lumMod val="75000"/>
                      <a:lumOff val="25000"/>
                    </a:prstClr>
                  </a:gs>
                </a:gsLst>
                <a:lin ang="5400000" scaled="1"/>
              </a:gra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24AFEFC-6067-7019-D0AA-33719A9B3B27}"/>
              </a:ext>
            </a:extLst>
          </p:cNvPr>
          <p:cNvSpPr/>
          <p:nvPr/>
        </p:nvSpPr>
        <p:spPr>
          <a:xfrm>
            <a:off x="801710" y="2292743"/>
            <a:ext cx="10592164" cy="3466644"/>
          </a:xfrm>
          <a:prstGeom prst="rect">
            <a:avLst/>
          </a:prstGeom>
          <a:solidFill>
            <a:schemeClr val="bg1"/>
          </a:solidFill>
          <a:ln w="9525">
            <a:solidFill>
              <a:srgbClr val="2275DD"/>
            </a:solidFill>
          </a:ln>
          <a:effectLst>
            <a:outerShdw dist="38100" dir="5400000" algn="tl" rotWithShape="0">
              <a:srgbClr val="2275DD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216000" rIns="90000" bIns="90000" rtlCol="0" anchor="ctr"/>
          <a:lstStyle/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rgbClr val="2275DD"/>
              </a:buClr>
              <a:buSzPct val="100000"/>
              <a:buFontTx/>
              <a:buNone/>
              <a:tabLst/>
              <a:defRPr/>
            </a:pPr>
            <a:endParaRPr kumimoji="0" lang="en-US" altLang="ko-KR" sz="1400" i="0" u="none" strike="noStrike" kern="1200" cap="none" spc="-100" normalizeH="0" noProof="0">
              <a:ln>
                <a:noFill/>
              </a:ln>
              <a:gradFill>
                <a:gsLst>
                  <a:gs pos="0">
                    <a:prstClr val="black">
                      <a:lumMod val="75000"/>
                      <a:lumOff val="25000"/>
                    </a:prstClr>
                  </a:gs>
                  <a:gs pos="100000">
                    <a:prstClr val="black">
                      <a:lumMod val="75000"/>
                      <a:lumOff val="25000"/>
                    </a:prstClr>
                  </a:gs>
                </a:gsLst>
                <a:lin ang="5400000" scaled="1"/>
              </a:gradFill>
              <a:effectLst/>
              <a:uLnTx/>
              <a:uFillTx/>
              <a:latin typeface="Pretendard Medium" panose="02000603000000020004" pitchFamily="2" charset="-127"/>
              <a:ea typeface="Pretendard Medium" panose="020006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E5BD70C-078D-A102-390C-3A4B9BC5CE6D}"/>
              </a:ext>
            </a:extLst>
          </p:cNvPr>
          <p:cNvSpPr/>
          <p:nvPr/>
        </p:nvSpPr>
        <p:spPr>
          <a:xfrm>
            <a:off x="801711" y="1788455"/>
            <a:ext cx="10592164" cy="464444"/>
          </a:xfrm>
          <a:prstGeom prst="rect">
            <a:avLst/>
          </a:prstGeom>
          <a:solidFill>
            <a:srgbClr val="2275DD">
              <a:alpha val="10000"/>
            </a:srgbClr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216000" rIns="90000" bIns="90000" rtlCol="0" anchor="ctr"/>
          <a:lstStyle/>
          <a:p>
            <a:pPr marL="180975" marR="0" lvl="0" indent="-180975" algn="l" defTabSz="914400" rtl="0" eaLnBrk="1" fontAlgn="auto" latinLnBrk="1" hangingPunct="1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rgbClr val="2275D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endParaRPr kumimoji="0" lang="ko-KR" altLang="en-US" sz="14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prstClr val="black">
                      <a:lumMod val="75000"/>
                      <a:lumOff val="25000"/>
                    </a:prstClr>
                  </a:gs>
                  <a:gs pos="100000">
                    <a:prstClr val="black">
                      <a:lumMod val="75000"/>
                      <a:lumOff val="25000"/>
                    </a:prstClr>
                  </a:gs>
                </a:gsLst>
                <a:lin ang="5400000" scaled="1"/>
              </a:gra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753DC7D-F7D8-0E14-A7FD-1E43CFB3A286}"/>
              </a:ext>
            </a:extLst>
          </p:cNvPr>
          <p:cNvSpPr/>
          <p:nvPr/>
        </p:nvSpPr>
        <p:spPr>
          <a:xfrm>
            <a:off x="801710" y="1841077"/>
            <a:ext cx="10592167" cy="359201"/>
          </a:xfrm>
          <a:prstGeom prst="rect">
            <a:avLst/>
          </a:prstGeom>
          <a:solidFill>
            <a:srgbClr val="2275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확인서 작성 및 퇴교 처분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4204615-79A8-3CE3-94EE-BD73106B1E12}"/>
              </a:ext>
            </a:extLst>
          </p:cNvPr>
          <p:cNvSpPr txBox="1"/>
          <p:nvPr/>
        </p:nvSpPr>
        <p:spPr>
          <a:xfrm>
            <a:off x="799567" y="2395593"/>
            <a:ext cx="6024406" cy="4864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lvl="0" indent="-216000">
              <a:lnSpc>
                <a:spcPct val="110000"/>
              </a:lnSpc>
              <a:spcBef>
                <a:spcPts val="200"/>
              </a:spcBef>
              <a:buClr>
                <a:srgbClr val="2275DD"/>
              </a:buClr>
              <a:buSzPct val="100000"/>
              <a:buFont typeface="Wingdings" panose="05000000000000000000" pitchFamily="2" charset="2"/>
              <a:buChar char="§"/>
            </a:pPr>
            <a:r>
              <a:rPr lang="ko-KR" altLang="en-US" sz="2500" spc="-100" noProof="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대리 출석 및 대리시험 등 부정한 행위를 한 경우</a:t>
            </a:r>
            <a:endParaRPr kumimoji="0" lang="ko-KR" altLang="en-US" sz="2500" i="0" u="none" strike="noStrike" kern="1200" cap="none" spc="-100" normalizeH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Pretendard Medium" panose="02000603000000020004" pitchFamily="2" charset="-127"/>
              <a:ea typeface="Pretendard Medium" panose="020006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B405B6E-135B-131D-0643-6F4672623642}"/>
              </a:ext>
            </a:extLst>
          </p:cNvPr>
          <p:cNvSpPr txBox="1"/>
          <p:nvPr/>
        </p:nvSpPr>
        <p:spPr>
          <a:xfrm>
            <a:off x="799567" y="2929155"/>
            <a:ext cx="3315331" cy="4864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marR="0" lvl="0" indent="-216000" algn="l" defTabSz="914400" rtl="0" eaLnBrk="1" fontAlgn="auto" latinLnBrk="1" hangingPunct="1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rgbClr val="2275DD"/>
              </a:buClr>
              <a:buSzPct val="10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2500" i="0" u="none" strike="noStrike" kern="1200" cap="none" spc="-100" normalizeH="0" noProof="0" dirty="0">
                <a:ln>
                  <a:noFill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effectLst/>
                <a:uLnTx/>
                <a:uFillTx/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수업에 </a:t>
            </a:r>
            <a:r>
              <a:rPr kumimoji="0" lang="ko-KR" altLang="en-US" sz="2500" i="0" u="none" strike="noStrike" kern="1200" cap="none" spc="-100" normalizeH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극히</a:t>
            </a:r>
            <a:r>
              <a:rPr kumimoji="0" lang="ko-KR" altLang="en-US" sz="2500" i="0" u="none" strike="noStrike" kern="1200" cap="none" spc="-100" normalizeH="0" noProof="0" dirty="0">
                <a:ln>
                  <a:noFill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effectLst/>
                <a:uLnTx/>
                <a:uFillTx/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 태만한 경우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C1B0F05-1A02-A2CD-9423-894A6F6BF544}"/>
              </a:ext>
            </a:extLst>
          </p:cNvPr>
          <p:cNvSpPr txBox="1"/>
          <p:nvPr/>
        </p:nvSpPr>
        <p:spPr>
          <a:xfrm>
            <a:off x="799567" y="3460644"/>
            <a:ext cx="473206" cy="4848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marR="0" lvl="0" indent="-216000" algn="l" defTabSz="914400" rtl="0" eaLnBrk="1" fontAlgn="auto" latinLnBrk="1" hangingPunct="1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rgbClr val="2275DD"/>
              </a:buClr>
              <a:buSzPct val="100000"/>
              <a:buFont typeface="Wingdings" panose="05000000000000000000" pitchFamily="2" charset="2"/>
              <a:buChar char="§"/>
              <a:tabLst/>
              <a:defRPr/>
            </a:pPr>
            <a:endParaRPr kumimoji="0" lang="ko-KR" altLang="en-US" sz="2500" i="0" u="none" strike="noStrike" kern="1200" cap="none" spc="-100" normalizeH="0" noProof="0" dirty="0">
              <a:ln>
                <a:noFill/>
              </a:ln>
              <a:solidFill>
                <a:srgbClr val="5A5A5A"/>
              </a:solidFill>
              <a:effectLst/>
              <a:uLnTx/>
              <a:uFillTx/>
              <a:latin typeface="Pretendard Medium" panose="02000603000000020004" pitchFamily="2" charset="-127"/>
              <a:ea typeface="Pretendard Medium" panose="020006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0" name="슬라이드 번호 개체 틀 39">
            <a:extLst>
              <a:ext uri="{FF2B5EF4-FFF2-40B4-BE49-F238E27FC236}">
                <a16:creationId xmlns:a16="http://schemas.microsoft.com/office/drawing/2014/main" id="{8BDA5EBB-88FD-01B4-8FDC-0AA9FF3095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9ADAF8-EB0A-4AD9-90D7-E41C7CA590E1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ea typeface="Pretendard" panose="02000503000000020004" pitchFamily="2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ea typeface="Pretendard" panose="02000503000000020004" pitchFamily="2" charset="-127"/>
              <a:cs typeface="+mn-cs"/>
            </a:endParaRPr>
          </a:p>
        </p:txBody>
      </p:sp>
      <p:pic>
        <p:nvPicPr>
          <p:cNvPr id="2" name="그림 1" descr="교통, 항공 여행, 날개, 항공기이(가) 표시된 사진&#10;&#10;자동 생성된 설명">
            <a:extLst>
              <a:ext uri="{FF2B5EF4-FFF2-40B4-BE49-F238E27FC236}">
                <a16:creationId xmlns:a16="http://schemas.microsoft.com/office/drawing/2014/main" id="{82863FB2-408B-ED6E-2E66-8E839130F6E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17" r="9155"/>
          <a:stretch/>
        </p:blipFill>
        <p:spPr>
          <a:xfrm>
            <a:off x="10086513" y="1414438"/>
            <a:ext cx="2030672" cy="138280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3422FD1-0D54-781B-46D6-37C8A0E0CA4D}"/>
              </a:ext>
            </a:extLst>
          </p:cNvPr>
          <p:cNvSpPr txBox="1"/>
          <p:nvPr/>
        </p:nvSpPr>
        <p:spPr>
          <a:xfrm>
            <a:off x="956951" y="423105"/>
            <a:ext cx="28642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-150" normalizeH="0" baseline="0">
                <a:ln>
                  <a:noFill/>
                </a:ln>
                <a:gradFill>
                  <a:gsLst>
                    <a:gs pos="0">
                      <a:srgbClr val="083874"/>
                    </a:gs>
                    <a:gs pos="100000">
                      <a:srgbClr val="083874"/>
                    </a:gs>
                  </a:gsLst>
                  <a:lin ang="16200000" scaled="1"/>
                </a:gradFill>
                <a:effectLst>
                  <a:innerShdw blurRad="127000" dist="50800" dir="13500000">
                    <a:prstClr val="black">
                      <a:alpha val="50000"/>
                    </a:prstClr>
                  </a:innerShdw>
                </a:effectLst>
                <a:uLnTx/>
                <a:uFillTx/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defRPr>
            </a:lvl1pPr>
          </a:lstStyle>
          <a:p>
            <a:r>
              <a:rPr lang="ko-KR" altLang="en-US" dirty="0"/>
              <a:t>교육생 준수사항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4E0CF8-D3AF-A993-C18E-F87885CCE574}"/>
              </a:ext>
            </a:extLst>
          </p:cNvPr>
          <p:cNvSpPr txBox="1"/>
          <p:nvPr/>
        </p:nvSpPr>
        <p:spPr>
          <a:xfrm>
            <a:off x="380811" y="484660"/>
            <a:ext cx="5677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pc="-15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16200000" scaled="1"/>
                </a:gra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02</a:t>
            </a:r>
            <a:endParaRPr lang="ko-KR" altLang="en-US" sz="2800" spc="-150" dirty="0"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lin ang="16200000" scaled="1"/>
              </a:gra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4204615-79A8-3CE3-94EE-BD73106B1E12}"/>
              </a:ext>
            </a:extLst>
          </p:cNvPr>
          <p:cNvSpPr txBox="1"/>
          <p:nvPr/>
        </p:nvSpPr>
        <p:spPr>
          <a:xfrm>
            <a:off x="2162071" y="4946782"/>
            <a:ext cx="7867859" cy="4864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69750" lvl="0" algn="ctr">
              <a:lnSpc>
                <a:spcPct val="110000"/>
              </a:lnSpc>
              <a:spcBef>
                <a:spcPts val="200"/>
              </a:spcBef>
              <a:buClr>
                <a:srgbClr val="2275DD"/>
              </a:buClr>
              <a:buSzPct val="100000"/>
            </a:pPr>
            <a:r>
              <a:rPr lang="en-US" altLang="ko-KR" sz="2500" spc="-100" noProof="0" dirty="0">
                <a:solidFill>
                  <a:srgbClr val="C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* </a:t>
            </a:r>
            <a:r>
              <a:rPr lang="ko-KR" altLang="en-US" sz="2500" spc="-100" noProof="0" dirty="0">
                <a:solidFill>
                  <a:srgbClr val="C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교육생 준수사항 위반시 퇴교</a:t>
            </a:r>
            <a:r>
              <a:rPr lang="en-US" altLang="ko-KR" sz="2500" spc="-100" noProof="0" dirty="0">
                <a:solidFill>
                  <a:srgbClr val="C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2500" spc="-100" noProof="0" dirty="0">
                <a:solidFill>
                  <a:srgbClr val="C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후 확인서 징구 및 관련 공문 발송</a:t>
            </a:r>
            <a:endParaRPr kumimoji="0" lang="ko-KR" altLang="en-US" sz="2500" i="0" u="none" strike="noStrike" kern="1200" cap="none" spc="-100" normalizeH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Pretendard Medium" panose="02000603000000020004" pitchFamily="2" charset="-127"/>
              <a:ea typeface="Pretendard Medium" panose="020006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B405B6E-135B-131D-0643-6F4672623642}"/>
              </a:ext>
            </a:extLst>
          </p:cNvPr>
          <p:cNvSpPr txBox="1"/>
          <p:nvPr/>
        </p:nvSpPr>
        <p:spPr>
          <a:xfrm>
            <a:off x="799567" y="3459591"/>
            <a:ext cx="10029797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16000">
              <a:lnSpc>
                <a:spcPct val="110000"/>
              </a:lnSpc>
              <a:spcBef>
                <a:spcPts val="200"/>
              </a:spcBef>
              <a:buClr>
                <a:srgbClr val="2275DD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ko-KR" altLang="en-US" sz="2500" spc="-10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항공보안교육센터 교육운영지침 및 제반 수칙을 위반하거나 교육 참여와 관련하여 정당한 지시를 따르지 않을 경우</a:t>
            </a:r>
          </a:p>
        </p:txBody>
      </p:sp>
    </p:spTree>
    <p:extLst>
      <p:ext uri="{BB962C8B-B14F-4D97-AF65-F5344CB8AC3E}">
        <p14:creationId xmlns:p14="http://schemas.microsoft.com/office/powerpoint/2010/main" val="27639363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58D6EA87-D9E4-2857-4CB7-53593BE27776}"/>
              </a:ext>
            </a:extLst>
          </p:cNvPr>
          <p:cNvSpPr/>
          <p:nvPr/>
        </p:nvSpPr>
        <p:spPr>
          <a:xfrm>
            <a:off x="762236" y="1683459"/>
            <a:ext cx="10592164" cy="464444"/>
          </a:xfrm>
          <a:prstGeom prst="rect">
            <a:avLst/>
          </a:prstGeom>
          <a:pattFill prst="dkUpDiag">
            <a:fgClr>
              <a:srgbClr val="E2EDFA"/>
            </a:fgClr>
            <a:bgClr>
              <a:schemeClr val="bg1"/>
            </a:bgClr>
          </a:patt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216000" rIns="90000" bIns="90000" rtlCol="0" anchor="ctr"/>
          <a:lstStyle/>
          <a:p>
            <a:pPr marL="180975" marR="0" lvl="0" indent="-180975" algn="l" defTabSz="914400" rtl="0" eaLnBrk="1" fontAlgn="auto" latinLnBrk="1" hangingPunct="1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rgbClr val="2275D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endParaRPr kumimoji="0" lang="ko-KR" altLang="en-US" sz="14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prstClr val="black">
                      <a:lumMod val="75000"/>
                      <a:lumOff val="25000"/>
                    </a:prstClr>
                  </a:gs>
                  <a:gs pos="100000">
                    <a:prstClr val="black">
                      <a:lumMod val="75000"/>
                      <a:lumOff val="25000"/>
                    </a:prstClr>
                  </a:gs>
                </a:gsLst>
                <a:lin ang="5400000" scaled="1"/>
              </a:gra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D8C302B-6D2F-87B2-A2B1-D0B844E709CB}"/>
              </a:ext>
            </a:extLst>
          </p:cNvPr>
          <p:cNvSpPr/>
          <p:nvPr/>
        </p:nvSpPr>
        <p:spPr>
          <a:xfrm>
            <a:off x="799918" y="2200524"/>
            <a:ext cx="10592164" cy="2186749"/>
          </a:xfrm>
          <a:prstGeom prst="rect">
            <a:avLst/>
          </a:prstGeom>
          <a:solidFill>
            <a:schemeClr val="bg1"/>
          </a:solidFill>
          <a:ln w="9525">
            <a:solidFill>
              <a:srgbClr val="134499"/>
            </a:solidFill>
          </a:ln>
          <a:effectLst>
            <a:outerShdw dist="38100" dir="5400000" algn="tl" rotWithShape="0">
              <a:srgbClr val="134499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216000" rIns="90000" bIns="90000" rtlCol="0" anchor="ctr"/>
          <a:lstStyle/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rgbClr val="2275DD"/>
              </a:buClr>
              <a:buSzPct val="100000"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prstClr val="black">
                      <a:lumMod val="75000"/>
                      <a:lumOff val="25000"/>
                    </a:prstClr>
                  </a:gs>
                  <a:gs pos="100000">
                    <a:prstClr val="black">
                      <a:lumMod val="75000"/>
                      <a:lumOff val="25000"/>
                    </a:prstClr>
                  </a:gs>
                </a:gsLst>
                <a:lin ang="5400000" scaled="1"/>
              </a:gra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EBE5672-3B7A-159A-F2CC-DFFF452FA852}"/>
              </a:ext>
            </a:extLst>
          </p:cNvPr>
          <p:cNvSpPr/>
          <p:nvPr/>
        </p:nvSpPr>
        <p:spPr>
          <a:xfrm>
            <a:off x="762236" y="1683459"/>
            <a:ext cx="10592164" cy="464444"/>
          </a:xfrm>
          <a:prstGeom prst="rect">
            <a:avLst/>
          </a:prstGeom>
          <a:solidFill>
            <a:srgbClr val="134499">
              <a:alpha val="10000"/>
            </a:srgbClr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216000" rIns="90000" bIns="90000" rtlCol="0" anchor="ctr"/>
          <a:lstStyle/>
          <a:p>
            <a:pPr marL="180975" marR="0" lvl="0" indent="-180975" algn="l" defTabSz="914400" rtl="0" eaLnBrk="1" fontAlgn="auto" latinLnBrk="1" hangingPunct="1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rgbClr val="2275D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endParaRPr kumimoji="0" lang="ko-KR" altLang="en-US" sz="14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prstClr val="black">
                      <a:lumMod val="75000"/>
                      <a:lumOff val="25000"/>
                    </a:prstClr>
                  </a:gs>
                  <a:gs pos="100000">
                    <a:prstClr val="black">
                      <a:lumMod val="75000"/>
                      <a:lumOff val="25000"/>
                    </a:prstClr>
                  </a:gs>
                </a:gsLst>
                <a:lin ang="5400000" scaled="1"/>
              </a:gra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7B1348B-CDF8-AA41-8811-818FCF59F97A}"/>
              </a:ext>
            </a:extLst>
          </p:cNvPr>
          <p:cNvSpPr/>
          <p:nvPr/>
        </p:nvSpPr>
        <p:spPr>
          <a:xfrm>
            <a:off x="762235" y="1736080"/>
            <a:ext cx="10592167" cy="359201"/>
          </a:xfrm>
          <a:prstGeom prst="rect">
            <a:avLst/>
          </a:prstGeom>
          <a:solidFill>
            <a:srgbClr val="0734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출결 확인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7669367-DEF7-A17D-2EDE-3670484F7F63}"/>
              </a:ext>
            </a:extLst>
          </p:cNvPr>
          <p:cNvSpPr txBox="1"/>
          <p:nvPr/>
        </p:nvSpPr>
        <p:spPr>
          <a:xfrm>
            <a:off x="762235" y="2329041"/>
            <a:ext cx="7026282" cy="4864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marR="0" lvl="0" indent="-216000" algn="l" defTabSz="914400" rtl="0" eaLnBrk="1" fontAlgn="auto" latinLnBrk="1" hangingPunct="1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rgbClr val="07346D"/>
              </a:buClr>
              <a:buSzPct val="10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2500" i="0" u="none" strike="noStrike" kern="1200" cap="none" spc="-100" normalizeH="0" baseline="0" noProof="0" dirty="0">
                <a:ln>
                  <a:noFill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effectLst/>
                <a:uLnTx/>
                <a:uFillTx/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항공보안교육센터 수기 출석부 </a:t>
            </a:r>
            <a:r>
              <a:rPr kumimoji="0" lang="en-US" altLang="ko-KR" sz="2500" i="0" u="none" strike="noStrike" kern="1200" cap="none" spc="-100" normalizeH="0" baseline="0" noProof="0" dirty="0">
                <a:ln>
                  <a:noFill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effectLst/>
                <a:uLnTx/>
                <a:uFillTx/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2500" spc="-100" noProof="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강의실 뒤</a:t>
            </a:r>
            <a:r>
              <a:rPr lang="en-US" altLang="ko-KR" sz="2500" spc="-10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) : </a:t>
            </a:r>
            <a:r>
              <a:rPr lang="ko-KR" altLang="en-US" sz="2500" spc="-10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교육생 전원</a:t>
            </a:r>
            <a:endParaRPr kumimoji="0" lang="ko-KR" altLang="en-US" sz="2500" i="0" u="none" strike="noStrike" kern="1200" cap="none" spc="-100" normalizeH="0" baseline="0" noProof="0" dirty="0">
              <a:ln>
                <a:noFill/>
              </a:ln>
              <a:gradFill>
                <a:gsLst>
                  <a:gs pos="0">
                    <a:prstClr val="black">
                      <a:lumMod val="75000"/>
                      <a:lumOff val="25000"/>
                    </a:prstClr>
                  </a:gs>
                  <a:gs pos="100000">
                    <a:prstClr val="black">
                      <a:lumMod val="75000"/>
                      <a:lumOff val="25000"/>
                    </a:prstClr>
                  </a:gs>
                </a:gsLst>
                <a:lin ang="5400000" scaled="1"/>
              </a:gradFill>
              <a:effectLst/>
              <a:uLnTx/>
              <a:uFillTx/>
              <a:latin typeface="Pretendard Medium" panose="02000603000000020004" pitchFamily="2" charset="-127"/>
              <a:ea typeface="Pretendard Medium" panose="020006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39" name="그래픽 38">
            <a:extLst>
              <a:ext uri="{FF2B5EF4-FFF2-40B4-BE49-F238E27FC236}">
                <a16:creationId xmlns:a16="http://schemas.microsoft.com/office/drawing/2014/main" id="{1CC4DF8A-F677-45A0-CC0F-258181FA12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4280" y="1588681"/>
            <a:ext cx="1787821" cy="1087264"/>
          </a:xfrm>
          <a:prstGeom prst="rect">
            <a:avLst/>
          </a:prstGeom>
        </p:spPr>
      </p:pic>
      <p:sp>
        <p:nvSpPr>
          <p:cNvPr id="40" name="슬라이드 번호 개체 틀 39">
            <a:extLst>
              <a:ext uri="{FF2B5EF4-FFF2-40B4-BE49-F238E27FC236}">
                <a16:creationId xmlns:a16="http://schemas.microsoft.com/office/drawing/2014/main" id="{8BDA5EBB-88FD-01B4-8FDC-0AA9FF3095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9ADAF8-EB0A-4AD9-90D7-E41C7CA590E1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ea typeface="Pretendard" panose="02000503000000020004" pitchFamily="2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422FD1-0D54-781B-46D6-37C8A0E0CA4D}"/>
              </a:ext>
            </a:extLst>
          </p:cNvPr>
          <p:cNvSpPr txBox="1"/>
          <p:nvPr/>
        </p:nvSpPr>
        <p:spPr>
          <a:xfrm>
            <a:off x="956951" y="423105"/>
            <a:ext cx="87655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600" spc="-150" dirty="0">
                <a:gradFill>
                  <a:gsLst>
                    <a:gs pos="0">
                      <a:srgbClr val="083874"/>
                    </a:gs>
                    <a:gs pos="100000">
                      <a:srgbClr val="083874"/>
                    </a:gs>
                  </a:gsLst>
                  <a:lin ang="16200000" scaled="1"/>
                </a:gradFill>
                <a:effectLst>
                  <a:innerShdw blurRad="127000" dist="50800" dir="13500000">
                    <a:prstClr val="black">
                      <a:alpha val="50000"/>
                    </a:prstClr>
                  </a:innerShdw>
                </a:effectLst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출결 확인 </a:t>
            </a:r>
            <a:r>
              <a:rPr lang="en-US" altLang="ko-KR" sz="3600" spc="-150">
                <a:gradFill>
                  <a:gsLst>
                    <a:gs pos="0">
                      <a:srgbClr val="083874"/>
                    </a:gs>
                    <a:gs pos="100000">
                      <a:srgbClr val="083874"/>
                    </a:gs>
                  </a:gsLst>
                  <a:lin ang="16200000" scaled="1"/>
                </a:gradFill>
                <a:effectLst>
                  <a:innerShdw blurRad="127000" dist="50800" dir="13500000">
                    <a:prstClr val="black">
                      <a:alpha val="50000"/>
                    </a:prstClr>
                  </a:innerShdw>
                </a:effectLst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(</a:t>
            </a:r>
            <a:r>
              <a:rPr lang="ko-KR" altLang="en-US" sz="3600" spc="-150">
                <a:solidFill>
                  <a:srgbClr val="FF0000"/>
                </a:solidFill>
                <a:effectLst>
                  <a:innerShdw blurRad="127000" dist="50800" dir="13500000">
                    <a:prstClr val="black">
                      <a:alpha val="50000"/>
                    </a:prstClr>
                  </a:innerShdw>
                </a:effectLst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검색</a:t>
            </a:r>
            <a:r>
              <a:rPr lang="en-US" altLang="ko-KR" sz="3600" spc="-150">
                <a:solidFill>
                  <a:srgbClr val="FF0000"/>
                </a:solidFill>
                <a:effectLst>
                  <a:innerShdw blurRad="127000" dist="50800" dir="13500000">
                    <a:prstClr val="black">
                      <a:alpha val="50000"/>
                    </a:prstClr>
                  </a:innerShdw>
                </a:effectLst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/</a:t>
            </a:r>
            <a:r>
              <a:rPr lang="ko-KR" altLang="en-US" sz="3600" spc="-150">
                <a:solidFill>
                  <a:srgbClr val="FF0000"/>
                </a:solidFill>
                <a:effectLst>
                  <a:innerShdw blurRad="127000" dist="50800" dir="13500000">
                    <a:prstClr val="black">
                      <a:alpha val="50000"/>
                    </a:prstClr>
                  </a:innerShdw>
                </a:effectLst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경비</a:t>
            </a:r>
            <a:r>
              <a:rPr lang="en-US" altLang="ko-KR" sz="3600" spc="-150">
                <a:solidFill>
                  <a:srgbClr val="FF0000"/>
                </a:solidFill>
                <a:effectLst>
                  <a:innerShdw blurRad="127000" dist="50800" dir="13500000">
                    <a:prstClr val="black">
                      <a:alpha val="50000"/>
                    </a:prstClr>
                  </a:innerShdw>
                </a:effectLst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/</a:t>
            </a:r>
            <a:r>
              <a:rPr lang="ko-KR" altLang="en-US" sz="3600" spc="-150">
                <a:solidFill>
                  <a:srgbClr val="FF0000"/>
                </a:solidFill>
                <a:effectLst>
                  <a:innerShdw blurRad="127000" dist="50800" dir="13500000">
                    <a:prstClr val="black">
                      <a:alpha val="50000"/>
                    </a:prstClr>
                  </a:innerShdw>
                </a:effectLst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장비 </a:t>
            </a:r>
            <a:r>
              <a:rPr lang="ko-KR" altLang="en-US" sz="3600" spc="-150" dirty="0">
                <a:solidFill>
                  <a:srgbClr val="FF0000"/>
                </a:solidFill>
                <a:effectLst>
                  <a:innerShdw blurRad="127000" dist="50800" dir="13500000">
                    <a:prstClr val="black">
                      <a:alpha val="50000"/>
                    </a:prstClr>
                  </a:innerShdw>
                </a:effectLst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초기 </a:t>
            </a:r>
            <a:r>
              <a:rPr lang="en-US" altLang="ko-KR" sz="3600" spc="-150">
                <a:solidFill>
                  <a:srgbClr val="FF0000"/>
                </a:solidFill>
                <a:effectLst>
                  <a:innerShdw blurRad="127000" dist="50800" dir="13500000">
                    <a:prstClr val="black">
                      <a:alpha val="50000"/>
                    </a:prstClr>
                  </a:innerShdw>
                </a:effectLst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- </a:t>
            </a:r>
            <a:r>
              <a:rPr lang="ko-KR" altLang="en-US" sz="3600" spc="-150">
                <a:solidFill>
                  <a:srgbClr val="FF0000"/>
                </a:solidFill>
                <a:effectLst>
                  <a:innerShdw blurRad="127000" dist="50800" dir="13500000">
                    <a:prstClr val="black">
                      <a:alpha val="50000"/>
                    </a:prstClr>
                  </a:innerShdw>
                </a:effectLst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해당과정에 </a:t>
            </a:r>
            <a:r>
              <a:rPr lang="ko-KR" altLang="en-US" sz="3600" spc="-150" dirty="0">
                <a:solidFill>
                  <a:srgbClr val="FF0000"/>
                </a:solidFill>
                <a:effectLst>
                  <a:innerShdw blurRad="127000" dist="50800" dir="13500000">
                    <a:prstClr val="black">
                      <a:alpha val="50000"/>
                    </a:prstClr>
                  </a:innerShdw>
                </a:effectLst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한함</a:t>
            </a:r>
            <a:r>
              <a:rPr lang="en-US" altLang="ko-KR" sz="3600" spc="-150">
                <a:gradFill>
                  <a:gsLst>
                    <a:gs pos="0">
                      <a:srgbClr val="083874"/>
                    </a:gs>
                    <a:gs pos="100000">
                      <a:srgbClr val="083874"/>
                    </a:gs>
                  </a:gsLst>
                  <a:lin ang="16200000" scaled="1"/>
                </a:gradFill>
                <a:effectLst>
                  <a:innerShdw blurRad="127000" dist="50800" dir="13500000">
                    <a:prstClr val="black">
                      <a:alpha val="50000"/>
                    </a:prstClr>
                  </a:innerShdw>
                </a:effectLst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)</a:t>
            </a:r>
            <a:endParaRPr kumimoji="0" lang="ko-KR" altLang="en-US" sz="3600" b="0" i="0" u="none" strike="noStrike" kern="1200" cap="none" spc="-150" normalizeH="0" baseline="0" noProof="0" dirty="0">
              <a:ln>
                <a:noFill/>
              </a:ln>
              <a:gradFill>
                <a:gsLst>
                  <a:gs pos="0">
                    <a:srgbClr val="083874"/>
                  </a:gs>
                  <a:gs pos="100000">
                    <a:srgbClr val="083874"/>
                  </a:gs>
                </a:gsLst>
                <a:lin ang="16200000" scaled="1"/>
              </a:gradFill>
              <a:effectLst>
                <a:innerShdw blurRad="127000" dist="50800" dir="13500000">
                  <a:prstClr val="black">
                    <a:alpha val="50000"/>
                  </a:prstClr>
                </a:innerShdw>
              </a:effectLst>
              <a:uLnTx/>
              <a:uFillTx/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7669367-DEF7-A17D-2EDE-3670484F7F63}"/>
              </a:ext>
            </a:extLst>
          </p:cNvPr>
          <p:cNvSpPr txBox="1"/>
          <p:nvPr/>
        </p:nvSpPr>
        <p:spPr>
          <a:xfrm>
            <a:off x="762235" y="3491998"/>
            <a:ext cx="7641836" cy="4864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marR="0" lvl="0" indent="-216000" algn="l" defTabSz="914400" rtl="0" eaLnBrk="1" fontAlgn="auto" latinLnBrk="1" hangingPunct="1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rgbClr val="07346D"/>
              </a:buClr>
              <a:buSzPct val="10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2500" i="0" u="none" strike="noStrike" kern="1200" cap="none" spc="-100" normalizeH="0" noProof="0" dirty="0">
                <a:ln>
                  <a:noFill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effectLst/>
                <a:uLnTx/>
                <a:uFillTx/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고용노동부 훈련지원대상 이중 출석체크</a:t>
            </a:r>
            <a:r>
              <a:rPr kumimoji="0" lang="en-US" altLang="ko-KR" sz="2500" i="0" u="none" strike="noStrike" kern="1200" cap="none" spc="-100" normalizeH="0" noProof="0" dirty="0">
                <a:ln>
                  <a:noFill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effectLst/>
                <a:uLnTx/>
                <a:uFillTx/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(QR</a:t>
            </a:r>
            <a:r>
              <a:rPr kumimoji="0" lang="ko-KR" altLang="en-US" sz="2500" i="0" u="none" strike="noStrike" kern="1200" cap="none" spc="-100" normalizeH="0" noProof="0" dirty="0">
                <a:ln>
                  <a:noFill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effectLst/>
                <a:uLnTx/>
                <a:uFillTx/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코드</a:t>
            </a:r>
            <a:r>
              <a:rPr kumimoji="0" lang="en-US" altLang="ko-KR" sz="2500" i="0" u="none" strike="noStrike" kern="1200" cap="none" spc="-100" normalizeH="0" noProof="0" dirty="0">
                <a:ln>
                  <a:noFill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effectLst/>
                <a:uLnTx/>
                <a:uFillTx/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) : </a:t>
            </a:r>
            <a:r>
              <a:rPr kumimoji="0" lang="ko-KR" altLang="en-US" sz="2500" i="0" u="none" strike="noStrike" kern="1200" cap="none" spc="-100" normalizeH="0" noProof="0" dirty="0">
                <a:ln>
                  <a:noFill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effectLst/>
                <a:uLnTx/>
                <a:uFillTx/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해당 업체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F4E0CF8-D3AF-A993-C18E-F87885CCE574}"/>
              </a:ext>
            </a:extLst>
          </p:cNvPr>
          <p:cNvSpPr txBox="1"/>
          <p:nvPr/>
        </p:nvSpPr>
        <p:spPr>
          <a:xfrm>
            <a:off x="380811" y="484660"/>
            <a:ext cx="5741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pc="-15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16200000" scaled="1"/>
                </a:gra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03</a:t>
            </a:r>
            <a:endParaRPr lang="ko-KR" altLang="en-US" sz="2800" spc="-150" dirty="0"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lin ang="16200000" scaled="1"/>
              </a:gra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B13FC4-EB0D-F87F-3795-25D63E31F8AA}"/>
              </a:ext>
            </a:extLst>
          </p:cNvPr>
          <p:cNvSpPr txBox="1"/>
          <p:nvPr/>
        </p:nvSpPr>
        <p:spPr>
          <a:xfrm>
            <a:off x="5699096" y="2936757"/>
            <a:ext cx="793807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2400" spc="-100" dirty="0">
                <a:solidFill>
                  <a:srgbClr val="FF0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</a:rPr>
              <a:t>AND</a:t>
            </a:r>
            <a:endParaRPr lang="ko-KR" altLang="en-US" sz="2400" spc="-100" dirty="0">
              <a:solidFill>
                <a:srgbClr val="FF0000"/>
              </a:solidFill>
              <a:latin typeface="Pretendard SemiBold" panose="02000703000000020004" pitchFamily="2" charset="-127"/>
              <a:ea typeface="Pretendard SemiBold" panose="020007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885774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55819FD6-6615-1B78-61AB-6ED1AAA48D83}"/>
              </a:ext>
            </a:extLst>
          </p:cNvPr>
          <p:cNvSpPr/>
          <p:nvPr/>
        </p:nvSpPr>
        <p:spPr>
          <a:xfrm>
            <a:off x="136020" y="1819961"/>
            <a:ext cx="4901647" cy="1894818"/>
          </a:xfrm>
          <a:prstGeom prst="rect">
            <a:avLst/>
          </a:prstGeom>
          <a:pattFill prst="dkUpDiag">
            <a:fgClr>
              <a:srgbClr val="F7F7F7"/>
            </a:fgClr>
            <a:bgClr>
              <a:schemeClr val="bg1"/>
            </a:bgClr>
          </a:pattFill>
          <a:ln w="12700">
            <a:solidFill>
              <a:srgbClr val="2275DD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216000" rIns="90000" bIns="90000" rtlCol="0" anchor="ctr"/>
          <a:lstStyle/>
          <a:p>
            <a:pPr marL="180975" marR="0" lvl="0" indent="-180975" algn="l" defTabSz="914400" rtl="0" eaLnBrk="1" fontAlgn="auto" latinLnBrk="1" hangingPunct="1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rgbClr val="2275D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endParaRPr kumimoji="0" lang="en-US" altLang="ko-KR" sz="14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prstClr val="black">
                      <a:lumMod val="75000"/>
                      <a:lumOff val="25000"/>
                    </a:prstClr>
                  </a:gs>
                  <a:gs pos="100000">
                    <a:prstClr val="black">
                      <a:lumMod val="75000"/>
                      <a:lumOff val="25000"/>
                    </a:prstClr>
                  </a:gs>
                </a:gsLst>
                <a:lin ang="5400000" scaled="1"/>
              </a:gra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479592E-C6BD-D5C6-0AE5-4E957501B7F0}"/>
              </a:ext>
            </a:extLst>
          </p:cNvPr>
          <p:cNvSpPr/>
          <p:nvPr/>
        </p:nvSpPr>
        <p:spPr>
          <a:xfrm>
            <a:off x="136021" y="1819960"/>
            <a:ext cx="1152761" cy="1896255"/>
          </a:xfrm>
          <a:prstGeom prst="rect">
            <a:avLst/>
          </a:prstGeom>
          <a:solidFill>
            <a:srgbClr val="2275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식당</a:t>
            </a:r>
          </a:p>
        </p:txBody>
      </p:sp>
      <p:sp>
        <p:nvSpPr>
          <p:cNvPr id="9" name="자유형: 도형 8">
            <a:extLst>
              <a:ext uri="{FF2B5EF4-FFF2-40B4-BE49-F238E27FC236}">
                <a16:creationId xmlns:a16="http://schemas.microsoft.com/office/drawing/2014/main" id="{46E21732-06AA-221E-33B0-EB46CE887FC5}"/>
              </a:ext>
            </a:extLst>
          </p:cNvPr>
          <p:cNvSpPr/>
          <p:nvPr/>
        </p:nvSpPr>
        <p:spPr>
          <a:xfrm flipH="1">
            <a:off x="5135427" y="1523241"/>
            <a:ext cx="6644006" cy="4287694"/>
          </a:xfrm>
          <a:custGeom>
            <a:avLst/>
            <a:gdLst>
              <a:gd name="connsiteX0" fmla="*/ 4837896 w 4837896"/>
              <a:gd name="connsiteY0" fmla="*/ 0 h 4287694"/>
              <a:gd name="connsiteX1" fmla="*/ 1918632 w 4837896"/>
              <a:gd name="connsiteY1" fmla="*/ 0 h 4287694"/>
              <a:gd name="connsiteX2" fmla="*/ 1693941 w 4837896"/>
              <a:gd name="connsiteY2" fmla="*/ 183444 h 4287694"/>
              <a:gd name="connsiteX3" fmla="*/ 0 w 4837896"/>
              <a:gd name="connsiteY3" fmla="*/ 183444 h 4287694"/>
              <a:gd name="connsiteX4" fmla="*/ 0 w 4837896"/>
              <a:gd name="connsiteY4" fmla="*/ 1285201 h 4287694"/>
              <a:gd name="connsiteX5" fmla="*/ 0 w 4837896"/>
              <a:gd name="connsiteY5" fmla="*/ 3185937 h 4287694"/>
              <a:gd name="connsiteX6" fmla="*/ 0 w 4837896"/>
              <a:gd name="connsiteY6" fmla="*/ 4287694 h 4287694"/>
              <a:gd name="connsiteX7" fmla="*/ 4837896 w 4837896"/>
              <a:gd name="connsiteY7" fmla="*/ 4287694 h 4287694"/>
              <a:gd name="connsiteX8" fmla="*/ 4837896 w 4837896"/>
              <a:gd name="connsiteY8" fmla="*/ 3185937 h 4287694"/>
              <a:gd name="connsiteX9" fmla="*/ 4837896 w 4837896"/>
              <a:gd name="connsiteY9" fmla="*/ 1101757 h 4287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837896" h="4287694">
                <a:moveTo>
                  <a:pt x="4837896" y="0"/>
                </a:moveTo>
                <a:lnTo>
                  <a:pt x="1918632" y="0"/>
                </a:lnTo>
                <a:lnTo>
                  <a:pt x="1693941" y="183444"/>
                </a:lnTo>
                <a:lnTo>
                  <a:pt x="0" y="183444"/>
                </a:lnTo>
                <a:lnTo>
                  <a:pt x="0" y="1285201"/>
                </a:lnTo>
                <a:lnTo>
                  <a:pt x="0" y="3185937"/>
                </a:lnTo>
                <a:lnTo>
                  <a:pt x="0" y="4287694"/>
                </a:lnTo>
                <a:lnTo>
                  <a:pt x="4837896" y="4287694"/>
                </a:lnTo>
                <a:lnTo>
                  <a:pt x="4837896" y="3185937"/>
                </a:lnTo>
                <a:lnTo>
                  <a:pt x="4837896" y="1101757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rgbClr val="2275DD"/>
            </a:solidFill>
          </a:ln>
          <a:effectLst>
            <a:outerShdw dist="38100" dir="5400000" algn="tl" rotWithShape="0">
              <a:srgbClr val="2275DD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88000" tIns="216000" rIns="90000" bIns="90000" rtlCol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rgbClr val="2275DD"/>
              </a:buClr>
              <a:buSzPct val="100000"/>
              <a:buFontTx/>
              <a:buNone/>
              <a:tabLst/>
              <a:defRPr/>
            </a:pPr>
            <a:endParaRPr kumimoji="0" lang="en-US" altLang="ko-KR" sz="1400" b="0" i="0" u="none" strike="noStrike" kern="1200" cap="none" spc="-100" normalizeH="0" noProof="0">
              <a:ln>
                <a:noFill/>
              </a:ln>
              <a:gradFill>
                <a:gsLst>
                  <a:gs pos="0">
                    <a:prstClr val="black">
                      <a:lumMod val="75000"/>
                      <a:lumOff val="25000"/>
                    </a:prstClr>
                  </a:gs>
                  <a:gs pos="100000">
                    <a:prstClr val="black">
                      <a:lumMod val="75000"/>
                      <a:lumOff val="25000"/>
                    </a:prstClr>
                  </a:gs>
                </a:gsLst>
                <a:lin ang="5400000" scaled="1"/>
              </a:gra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2423909A-E8E4-671A-E1C4-5AE4E950854E}"/>
              </a:ext>
            </a:extLst>
          </p:cNvPr>
          <p:cNvSpPr/>
          <p:nvPr/>
        </p:nvSpPr>
        <p:spPr>
          <a:xfrm>
            <a:off x="5689606" y="1658308"/>
            <a:ext cx="119869" cy="87284"/>
          </a:xfrm>
          <a:prstGeom prst="ellipse">
            <a:avLst/>
          </a:prstGeom>
          <a:solidFill>
            <a:schemeClr val="bg1">
              <a:alpha val="67000"/>
            </a:schemeClr>
          </a:solidFill>
          <a:ln w="9525">
            <a:solidFill>
              <a:srgbClr val="2275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-100" normalizeH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6A1F5F76-9602-876F-AA29-ECB4413B9FE3}"/>
              </a:ext>
            </a:extLst>
          </p:cNvPr>
          <p:cNvSpPr/>
          <p:nvPr/>
        </p:nvSpPr>
        <p:spPr>
          <a:xfrm>
            <a:off x="5544826" y="1658308"/>
            <a:ext cx="119869" cy="87284"/>
          </a:xfrm>
          <a:prstGeom prst="ellipse">
            <a:avLst/>
          </a:prstGeom>
          <a:solidFill>
            <a:schemeClr val="bg1">
              <a:alpha val="67000"/>
            </a:schemeClr>
          </a:solidFill>
          <a:ln w="9525">
            <a:solidFill>
              <a:srgbClr val="2275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-100" normalizeH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AFF4EA24-FEAF-FF5F-65F9-18A73606BA6F}"/>
              </a:ext>
            </a:extLst>
          </p:cNvPr>
          <p:cNvSpPr/>
          <p:nvPr/>
        </p:nvSpPr>
        <p:spPr>
          <a:xfrm>
            <a:off x="5400046" y="1658308"/>
            <a:ext cx="119869" cy="87284"/>
          </a:xfrm>
          <a:prstGeom prst="ellipse">
            <a:avLst/>
          </a:prstGeom>
          <a:solidFill>
            <a:schemeClr val="bg1">
              <a:alpha val="67000"/>
            </a:schemeClr>
          </a:solidFill>
          <a:ln w="9525">
            <a:solidFill>
              <a:srgbClr val="2275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-100" normalizeH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7C412DE-31C0-E4EF-7EBE-A1902F188007}"/>
              </a:ext>
            </a:extLst>
          </p:cNvPr>
          <p:cNvSpPr/>
          <p:nvPr/>
        </p:nvSpPr>
        <p:spPr>
          <a:xfrm>
            <a:off x="5360507" y="1857248"/>
            <a:ext cx="6232593" cy="3860196"/>
          </a:xfrm>
          <a:prstGeom prst="rect">
            <a:avLst/>
          </a:prstGeom>
          <a:blipFill>
            <a:blip r:embed="rId2"/>
            <a:srcRect/>
            <a:stretch>
              <a:fillRect l="-27575" r="-2"/>
            </a:stretch>
          </a:blipFill>
          <a:ln w="9525">
            <a:solidFill>
              <a:srgbClr val="2275DD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216000" rIns="90000" bIns="90000" rtlCol="0" anchor="ctr"/>
          <a:lstStyle/>
          <a:p>
            <a:pPr marL="180975" marR="0" lvl="0" indent="-180975" algn="l" defTabSz="914400" rtl="0" eaLnBrk="1" fontAlgn="auto" latinLnBrk="1" hangingPunct="1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rgbClr val="2275D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endParaRPr kumimoji="0" lang="ko-KR" altLang="en-US" sz="1400" b="0" i="0" u="none" strike="noStrike" kern="1200" cap="none" spc="-100" normalizeH="0" noProof="0">
              <a:ln>
                <a:noFill/>
              </a:ln>
              <a:gradFill>
                <a:gsLst>
                  <a:gs pos="0">
                    <a:prstClr val="black">
                      <a:lumMod val="75000"/>
                      <a:lumOff val="25000"/>
                    </a:prstClr>
                  </a:gs>
                  <a:gs pos="100000">
                    <a:prstClr val="black">
                      <a:lumMod val="75000"/>
                      <a:lumOff val="25000"/>
                    </a:prstClr>
                  </a:gs>
                </a:gsLst>
                <a:lin ang="5400000" scaled="1"/>
              </a:gra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7" name="자유형: 도형 16">
            <a:extLst>
              <a:ext uri="{FF2B5EF4-FFF2-40B4-BE49-F238E27FC236}">
                <a16:creationId xmlns:a16="http://schemas.microsoft.com/office/drawing/2014/main" id="{0B14B7C3-EF73-E865-0D9F-1982889E7F20}"/>
              </a:ext>
            </a:extLst>
          </p:cNvPr>
          <p:cNvSpPr/>
          <p:nvPr/>
        </p:nvSpPr>
        <p:spPr>
          <a:xfrm flipH="1">
            <a:off x="9823407" y="1700046"/>
            <a:ext cx="50836" cy="4485"/>
          </a:xfrm>
          <a:custGeom>
            <a:avLst/>
            <a:gdLst>
              <a:gd name="connsiteX0" fmla="*/ 4570 w 4570"/>
              <a:gd name="connsiteY0" fmla="*/ 0 h 4485"/>
              <a:gd name="connsiteX1" fmla="*/ 0 w 4570"/>
              <a:gd name="connsiteY1" fmla="*/ 4485 h 4485"/>
              <a:gd name="connsiteX2" fmla="*/ 4570 w 4570"/>
              <a:gd name="connsiteY2" fmla="*/ 4485 h 4485"/>
              <a:gd name="connsiteX3" fmla="*/ 4570 w 4570"/>
              <a:gd name="connsiteY3" fmla="*/ 0 h 4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0" h="4485">
                <a:moveTo>
                  <a:pt x="4570" y="0"/>
                </a:moveTo>
                <a:lnTo>
                  <a:pt x="0" y="4485"/>
                </a:lnTo>
                <a:lnTo>
                  <a:pt x="4570" y="4485"/>
                </a:lnTo>
                <a:lnTo>
                  <a:pt x="457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-100" normalizeH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86DF732-75CD-CD1F-83EE-A804BC366943}"/>
              </a:ext>
            </a:extLst>
          </p:cNvPr>
          <p:cNvSpPr/>
          <p:nvPr/>
        </p:nvSpPr>
        <p:spPr>
          <a:xfrm>
            <a:off x="136020" y="3816817"/>
            <a:ext cx="4901647" cy="896390"/>
          </a:xfrm>
          <a:prstGeom prst="rect">
            <a:avLst/>
          </a:prstGeom>
          <a:pattFill prst="dkUpDiag">
            <a:fgClr>
              <a:srgbClr val="F7F7F7"/>
            </a:fgClr>
            <a:bgClr>
              <a:schemeClr val="bg1"/>
            </a:bgClr>
          </a:pattFill>
          <a:ln w="12700">
            <a:solidFill>
              <a:srgbClr val="13449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216000" rIns="90000" bIns="90000" rtlCol="0" anchor="ctr"/>
          <a:lstStyle/>
          <a:p>
            <a:pPr marL="180975" marR="0" lvl="0" indent="-180975" algn="l" defTabSz="914400" rtl="0" eaLnBrk="1" fontAlgn="auto" latinLnBrk="1" hangingPunct="1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rgbClr val="2275D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endParaRPr kumimoji="0" lang="en-US" altLang="ko-KR" sz="14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prstClr val="black">
                      <a:lumMod val="75000"/>
                      <a:lumOff val="25000"/>
                    </a:prstClr>
                  </a:gs>
                  <a:gs pos="100000">
                    <a:prstClr val="black">
                      <a:lumMod val="75000"/>
                      <a:lumOff val="25000"/>
                    </a:prstClr>
                  </a:gs>
                </a:gsLst>
                <a:lin ang="5400000" scaled="1"/>
              </a:gra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76F35A4-5D06-AC5C-1673-B55C5539003D}"/>
              </a:ext>
            </a:extLst>
          </p:cNvPr>
          <p:cNvSpPr/>
          <p:nvPr/>
        </p:nvSpPr>
        <p:spPr>
          <a:xfrm>
            <a:off x="136021" y="3816817"/>
            <a:ext cx="1166570" cy="897070"/>
          </a:xfrm>
          <a:prstGeom prst="rect">
            <a:avLst/>
          </a:prstGeom>
          <a:solidFill>
            <a:srgbClr val="1344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편의점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E658B32-1952-3746-16AE-0990AC979853}"/>
              </a:ext>
            </a:extLst>
          </p:cNvPr>
          <p:cNvSpPr/>
          <p:nvPr/>
        </p:nvSpPr>
        <p:spPr>
          <a:xfrm>
            <a:off x="136020" y="4815245"/>
            <a:ext cx="4901647" cy="896390"/>
          </a:xfrm>
          <a:prstGeom prst="rect">
            <a:avLst/>
          </a:prstGeom>
          <a:pattFill prst="dkUpDiag">
            <a:fgClr>
              <a:srgbClr val="F7F7F7"/>
            </a:fgClr>
            <a:bgClr>
              <a:schemeClr val="bg1"/>
            </a:bgClr>
          </a:pattFill>
          <a:ln w="12700">
            <a:solidFill>
              <a:srgbClr val="07346D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216000" rIns="90000" bIns="90000" rtlCol="0" anchor="ctr"/>
          <a:lstStyle/>
          <a:p>
            <a:pPr marL="180975" marR="0" lvl="0" indent="-180975" algn="l" defTabSz="914400" rtl="0" eaLnBrk="1" fontAlgn="auto" latinLnBrk="1" hangingPunct="1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rgbClr val="2275D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endParaRPr kumimoji="0" lang="en-US" altLang="ko-KR" sz="14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prstClr val="black">
                      <a:lumMod val="75000"/>
                      <a:lumOff val="25000"/>
                    </a:prstClr>
                  </a:gs>
                  <a:gs pos="100000">
                    <a:prstClr val="black">
                      <a:lumMod val="75000"/>
                      <a:lumOff val="25000"/>
                    </a:prstClr>
                  </a:gs>
                </a:gsLst>
                <a:lin ang="5400000" scaled="1"/>
              </a:gra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54198DD-2D71-FE8F-F6AA-B10C663E8377}"/>
              </a:ext>
            </a:extLst>
          </p:cNvPr>
          <p:cNvSpPr/>
          <p:nvPr/>
        </p:nvSpPr>
        <p:spPr>
          <a:xfrm>
            <a:off x="136021" y="4815245"/>
            <a:ext cx="1166570" cy="897070"/>
          </a:xfrm>
          <a:prstGeom prst="rect">
            <a:avLst/>
          </a:prstGeom>
          <a:solidFill>
            <a:srgbClr val="0734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900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와이파이</a:t>
            </a:r>
            <a:endParaRPr kumimoji="0" lang="ko-KR" altLang="en-US" sz="190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prstClr val="white"/>
                  </a:gs>
                  <a:gs pos="100000">
                    <a:prstClr val="white"/>
                  </a:gs>
                </a:gsLst>
                <a:lin ang="16200000" scaled="1"/>
              </a:gradFill>
              <a:effectLst/>
              <a:uLnTx/>
              <a:uFillTx/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5069864-6FFD-EA25-D3DD-90F56175B5A0}"/>
              </a:ext>
            </a:extLst>
          </p:cNvPr>
          <p:cNvSpPr txBox="1"/>
          <p:nvPr/>
        </p:nvSpPr>
        <p:spPr>
          <a:xfrm>
            <a:off x="1342397" y="2030771"/>
            <a:ext cx="3695270" cy="1513748"/>
          </a:xfrm>
          <a:prstGeom prst="rect">
            <a:avLst/>
          </a:prstGeom>
          <a:noFill/>
        </p:spPr>
        <p:txBody>
          <a:bodyPr wrap="square" lIns="0" rtlCol="0" anchor="ctr">
            <a:spAutoFit/>
          </a:bodyPr>
          <a:lstStyle/>
          <a:p>
            <a:pPr marL="69750" marR="0" lvl="0" algn="l" defTabSz="914400" rtl="0" eaLnBrk="1" fontAlgn="auto" latinLnBrk="1" hangingPunct="1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Clr>
                <a:srgbClr val="2275DD"/>
              </a:buClr>
              <a:buSzPct val="100000"/>
              <a:tabLst/>
              <a:defRPr/>
            </a:pPr>
            <a:r>
              <a:rPr kumimoji="0" lang="en-US" altLang="ko-KR" sz="1500" i="0" u="none" strike="noStrike" kern="1200" cap="none" spc="-100" normalizeH="0" baseline="0" noProof="0" dirty="0">
                <a:ln>
                  <a:noFill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effectLst/>
                <a:uLnTx/>
                <a:uFillTx/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- </a:t>
            </a:r>
            <a:r>
              <a:rPr kumimoji="0" lang="ko-KR" altLang="en-US" sz="1500" i="0" u="none" strike="noStrike" kern="1200" cap="none" spc="-100" normalizeH="0" baseline="0" noProof="0" dirty="0">
                <a:ln>
                  <a:noFill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effectLst/>
                <a:uLnTx/>
                <a:uFillTx/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화물청사</a:t>
            </a:r>
            <a:r>
              <a:rPr kumimoji="0" lang="en-US" altLang="ko-KR" sz="1500" i="0" u="none" strike="noStrike" kern="1200" cap="none" spc="-100" normalizeH="0" baseline="0" noProof="0" dirty="0">
                <a:ln>
                  <a:noFill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effectLst/>
                <a:uLnTx/>
                <a:uFillTx/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(Gate7)</a:t>
            </a:r>
            <a:r>
              <a:rPr kumimoji="0" lang="en-US" altLang="ko-KR" sz="1500" i="0" u="none" strike="noStrike" kern="1200" cap="none" spc="-100" normalizeH="0" noProof="0" dirty="0">
                <a:ln>
                  <a:noFill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effectLst/>
                <a:uLnTx/>
                <a:uFillTx/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 : </a:t>
            </a:r>
            <a:r>
              <a:rPr lang="ko-KR" altLang="en-US" sz="1500" spc="-10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분식</a:t>
            </a:r>
            <a:r>
              <a:rPr lang="en-US" altLang="ko-KR" sz="1500" spc="-10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500" spc="-100" dirty="0" err="1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마리짱</a:t>
            </a:r>
            <a:r>
              <a:rPr lang="en-US" altLang="ko-KR" sz="1500" spc="-10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)</a:t>
            </a:r>
          </a:p>
          <a:p>
            <a:pPr marL="69750" marR="0" lvl="0" algn="l" defTabSz="914400" rtl="0" eaLnBrk="1" fontAlgn="auto" latinLnBrk="1" hangingPunct="1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Clr>
                <a:srgbClr val="2275DD"/>
              </a:buClr>
              <a:buSzPct val="100000"/>
              <a:tabLst/>
              <a:defRPr/>
            </a:pPr>
            <a:r>
              <a:rPr lang="en-US" altLang="ko-KR" sz="1500" spc="-10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sz="1500" spc="-10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골프연습장 주변 식당 </a:t>
            </a:r>
            <a:r>
              <a:rPr lang="en-US" altLang="ko-KR" sz="1500" spc="-10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00" spc="-10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편의점</a:t>
            </a:r>
            <a:r>
              <a:rPr lang="en-US" altLang="ko-KR" sz="1300" spc="-10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300" spc="-10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분식</a:t>
            </a:r>
            <a:r>
              <a:rPr lang="en-US" altLang="ko-KR" sz="1300" spc="-10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300" spc="-10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카페</a:t>
            </a:r>
            <a:r>
              <a:rPr lang="en-US" altLang="ko-KR" sz="1300" spc="-10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200" spc="-10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일식</a:t>
            </a:r>
            <a:r>
              <a:rPr lang="ko-KR" altLang="en-US" sz="1300" spc="-10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300" spc="-100" dirty="0">
              <a:gradFill>
                <a:gsLst>
                  <a:gs pos="0">
                    <a:prstClr val="black">
                      <a:lumMod val="75000"/>
                      <a:lumOff val="25000"/>
                    </a:prstClr>
                  </a:gs>
                  <a:gs pos="100000">
                    <a:prstClr val="black">
                      <a:lumMod val="75000"/>
                      <a:lumOff val="25000"/>
                    </a:prstClr>
                  </a:gs>
                </a:gsLst>
                <a:lin ang="5400000" scaled="1"/>
              </a:gradFill>
              <a:latin typeface="Pretendard Medium" panose="02000603000000020004" pitchFamily="2" charset="-127"/>
              <a:ea typeface="Pretendard Medium" panose="02000603000000020004" pitchFamily="2" charset="-127"/>
              <a:cs typeface="Pretendard" panose="02000503000000020004" pitchFamily="2" charset="-127"/>
            </a:endParaRPr>
          </a:p>
          <a:p>
            <a:pPr marL="69750" marR="0" lvl="0" algn="l" defTabSz="914400" rtl="0" eaLnBrk="1" fontAlgn="auto" latinLnBrk="1" hangingPunct="1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Clr>
                <a:srgbClr val="2275DD"/>
              </a:buClr>
              <a:buSzPct val="100000"/>
              <a:tabLst/>
              <a:defRPr/>
            </a:pPr>
            <a:r>
              <a:rPr lang="en-US" altLang="ko-KR" sz="1500" spc="-10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sz="1500" spc="-10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국내선 청사 </a:t>
            </a:r>
            <a:r>
              <a:rPr lang="ko-KR" altLang="en-US" sz="1500" spc="-100" dirty="0" err="1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푸드코트</a:t>
            </a:r>
            <a:r>
              <a:rPr lang="en-US" altLang="ko-KR" sz="1500" spc="-10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sz="1500" spc="-10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도보 </a:t>
            </a:r>
            <a:r>
              <a:rPr lang="en-US" altLang="ko-KR" sz="1500" spc="-10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10</a:t>
            </a:r>
            <a:r>
              <a:rPr lang="ko-KR" altLang="en-US" sz="1500" spc="-10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분</a:t>
            </a:r>
            <a:r>
              <a:rPr lang="en-US" altLang="ko-KR" sz="1500" spc="-10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500" spc="-10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공항 셔틀버스</a:t>
            </a:r>
            <a:r>
              <a:rPr lang="en-US" altLang="ko-KR" sz="1500" spc="-10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)</a:t>
            </a:r>
          </a:p>
          <a:p>
            <a:pPr marL="69750" marR="0" lvl="0" algn="l" defTabSz="914400" rtl="0" eaLnBrk="1" fontAlgn="auto" latinLnBrk="1" hangingPunct="1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Clr>
                <a:srgbClr val="2275DD"/>
              </a:buClr>
              <a:buSzPct val="100000"/>
              <a:tabLst/>
              <a:defRPr/>
            </a:pPr>
            <a:r>
              <a:rPr lang="en-US" altLang="ko-KR" sz="1500" spc="-10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sz="1500" spc="-100" dirty="0" err="1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롯데몰</a:t>
            </a:r>
            <a:r>
              <a:rPr lang="ko-KR" altLang="en-US" sz="1500" spc="-10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spc="-100" dirty="0" err="1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식당가</a:t>
            </a:r>
            <a:r>
              <a:rPr lang="en-US" altLang="ko-KR" sz="1500" spc="-10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500" spc="-10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도보 </a:t>
            </a:r>
            <a:r>
              <a:rPr lang="en-US" altLang="ko-KR" sz="1500" spc="-10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20</a:t>
            </a:r>
            <a:r>
              <a:rPr lang="ko-KR" altLang="en-US" sz="1500" spc="-10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분 내외</a:t>
            </a:r>
            <a:r>
              <a:rPr lang="en-US" altLang="ko-KR" sz="1500" spc="-10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500" spc="-10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시내버스</a:t>
            </a:r>
            <a:r>
              <a:rPr lang="en-US" altLang="ko-KR" sz="1500" spc="-10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FACB90B-073C-81E0-97CC-7FCA58CDFF9A}"/>
              </a:ext>
            </a:extLst>
          </p:cNvPr>
          <p:cNvSpPr txBox="1"/>
          <p:nvPr/>
        </p:nvSpPr>
        <p:spPr>
          <a:xfrm>
            <a:off x="1491879" y="4062687"/>
            <a:ext cx="2527295" cy="376129"/>
          </a:xfrm>
          <a:prstGeom prst="rect">
            <a:avLst/>
          </a:prstGeom>
          <a:noFill/>
        </p:spPr>
        <p:txBody>
          <a:bodyPr wrap="none" lIns="0" rtlCol="0" anchor="ctr">
            <a:spAutoFit/>
          </a:bodyPr>
          <a:lstStyle/>
          <a:p>
            <a:pPr marL="69750" marR="0" lvl="0" indent="0" algn="l" defTabSz="914400" rtl="0" eaLnBrk="1" fontAlgn="auto" latinLnBrk="1" hangingPunct="1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rgbClr val="2275DD"/>
              </a:buClr>
              <a:buSzPct val="100000"/>
              <a:buFontTx/>
              <a:buNone/>
              <a:tabLst/>
              <a:defRPr/>
            </a:pPr>
            <a:r>
              <a:rPr kumimoji="0" lang="en-US" altLang="ko-KR" i="0" u="none" strike="noStrike" kern="1200" cap="none" spc="-100" normalizeH="0" baseline="0" noProof="0" dirty="0">
                <a:ln>
                  <a:noFill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effectLst/>
                <a:uLnTx/>
                <a:uFillTx/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GS 25</a:t>
            </a:r>
            <a:r>
              <a:rPr kumimoji="0" lang="ko-KR" altLang="en-US" i="0" u="none" strike="noStrike" kern="1200" cap="none" spc="-100" normalizeH="0" baseline="0" noProof="0" dirty="0">
                <a:ln>
                  <a:noFill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effectLst/>
                <a:uLnTx/>
                <a:uFillTx/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시</a:t>
            </a:r>
            <a:r>
              <a:rPr kumimoji="0" lang="en-US" altLang="ko-KR" i="0" u="none" strike="noStrike" kern="1200" cap="none" spc="-100" normalizeH="0" baseline="0" noProof="0" dirty="0">
                <a:ln>
                  <a:noFill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effectLst/>
                <a:uLnTx/>
                <a:uFillTx/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(</a:t>
            </a:r>
            <a:r>
              <a:rPr kumimoji="0" lang="ko-KR" altLang="en-US" i="0" u="none" strike="noStrike" kern="1200" cap="none" spc="-100" normalizeH="0" baseline="0" noProof="0" dirty="0">
                <a:ln>
                  <a:noFill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effectLst/>
                <a:uLnTx/>
                <a:uFillTx/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미소야 우측 </a:t>
            </a:r>
            <a:r>
              <a:rPr kumimoji="0" lang="en-US" altLang="ko-KR" i="0" u="none" strike="noStrike" kern="1200" cap="none" spc="-100" normalizeH="0" baseline="0" noProof="0" dirty="0">
                <a:ln>
                  <a:noFill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effectLst/>
                <a:uLnTx/>
                <a:uFillTx/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20m)</a:t>
            </a:r>
            <a:endParaRPr kumimoji="0" lang="ko-KR" altLang="en-US" i="0" u="none" strike="noStrike" kern="1200" cap="none" spc="-100" normalizeH="0" baseline="0" noProof="0" dirty="0">
              <a:ln>
                <a:noFill/>
              </a:ln>
              <a:gradFill>
                <a:gsLst>
                  <a:gs pos="0">
                    <a:prstClr val="black">
                      <a:lumMod val="75000"/>
                      <a:lumOff val="25000"/>
                    </a:prstClr>
                  </a:gs>
                  <a:gs pos="100000">
                    <a:prstClr val="black">
                      <a:lumMod val="75000"/>
                      <a:lumOff val="25000"/>
                    </a:prstClr>
                  </a:gs>
                </a:gsLst>
                <a:lin ang="5400000" scaled="1"/>
              </a:gradFill>
              <a:effectLst/>
              <a:uLnTx/>
              <a:uFillTx/>
              <a:latin typeface="Pretendard Medium" panose="02000603000000020004" pitchFamily="2" charset="-127"/>
              <a:ea typeface="Pretendard Medium" panose="020006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957F28F-FE1E-69FF-B6EC-EF89A75FBAA1}"/>
              </a:ext>
            </a:extLst>
          </p:cNvPr>
          <p:cNvSpPr txBox="1"/>
          <p:nvPr/>
        </p:nvSpPr>
        <p:spPr>
          <a:xfrm>
            <a:off x="1515213" y="4938459"/>
            <a:ext cx="2355773" cy="706475"/>
          </a:xfrm>
          <a:prstGeom prst="rect">
            <a:avLst/>
          </a:prstGeom>
          <a:noFill/>
        </p:spPr>
        <p:txBody>
          <a:bodyPr wrap="none" lIns="0" rtlCol="0" anchor="ctr">
            <a:spAutoFit/>
          </a:bodyPr>
          <a:lstStyle/>
          <a:p>
            <a:pPr marL="69750" marR="0" lvl="0" indent="0" algn="l" defTabSz="914400" rtl="0" eaLnBrk="1" fontAlgn="auto" latinLnBrk="1" hangingPunct="1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rgbClr val="2275DD"/>
              </a:buClr>
              <a:buSzPct val="100000"/>
              <a:buFontTx/>
              <a:buNone/>
              <a:tabLst/>
              <a:defRPr/>
            </a:pPr>
            <a:r>
              <a:rPr kumimoji="0" lang="ko-KR" altLang="en-US" i="0" u="none" strike="noStrike" kern="1200" cap="none" spc="-100" normalizeH="0" baseline="0" noProof="0" dirty="0">
                <a:ln>
                  <a:noFill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effectLst/>
                <a:uLnTx/>
                <a:uFillTx/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강의실내 출입문 옆에 부착</a:t>
            </a:r>
            <a:endParaRPr kumimoji="0" lang="en-US" altLang="ko-KR" i="0" u="none" strike="noStrike" kern="1200" cap="none" spc="-100" normalizeH="0" baseline="0" noProof="0" dirty="0">
              <a:ln>
                <a:noFill/>
              </a:ln>
              <a:gradFill>
                <a:gsLst>
                  <a:gs pos="0">
                    <a:prstClr val="black">
                      <a:lumMod val="75000"/>
                      <a:lumOff val="25000"/>
                    </a:prstClr>
                  </a:gs>
                  <a:gs pos="100000">
                    <a:prstClr val="black">
                      <a:lumMod val="75000"/>
                      <a:lumOff val="25000"/>
                    </a:prstClr>
                  </a:gs>
                </a:gsLst>
                <a:lin ang="5400000" scaled="1"/>
              </a:gradFill>
              <a:effectLst/>
              <a:uLnTx/>
              <a:uFillTx/>
              <a:latin typeface="Pretendard Medium" panose="02000603000000020004" pitchFamily="2" charset="-127"/>
              <a:ea typeface="Pretendard Medium" panose="02000603000000020004" pitchFamily="2" charset="-127"/>
              <a:cs typeface="Pretendard" panose="02000503000000020004" pitchFamily="2" charset="-127"/>
            </a:endParaRPr>
          </a:p>
          <a:p>
            <a:pPr marL="69750" marR="0" lvl="0" indent="0" algn="l" defTabSz="914400" rtl="0" eaLnBrk="1" fontAlgn="auto" latinLnBrk="1" hangingPunct="1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rgbClr val="2275DD"/>
              </a:buClr>
              <a:buSzPct val="100000"/>
              <a:buFontTx/>
              <a:buNone/>
              <a:tabLst/>
              <a:defRPr/>
            </a:pPr>
            <a:r>
              <a:rPr lang="en-US" altLang="ko-KR" spc="-10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(kacastc4483)</a:t>
            </a:r>
            <a:endParaRPr kumimoji="0" lang="ko-KR" altLang="en-US" i="0" u="none" strike="noStrike" kern="1200" cap="none" spc="-100" normalizeH="0" baseline="0" noProof="0" dirty="0">
              <a:ln>
                <a:noFill/>
              </a:ln>
              <a:gradFill>
                <a:gsLst>
                  <a:gs pos="0">
                    <a:prstClr val="black">
                      <a:lumMod val="75000"/>
                      <a:lumOff val="25000"/>
                    </a:prstClr>
                  </a:gs>
                  <a:gs pos="100000">
                    <a:prstClr val="black">
                      <a:lumMod val="75000"/>
                      <a:lumOff val="25000"/>
                    </a:prstClr>
                  </a:gs>
                </a:gsLst>
                <a:lin ang="5400000" scaled="1"/>
              </a:gradFill>
              <a:effectLst/>
              <a:uLnTx/>
              <a:uFillTx/>
              <a:latin typeface="Pretendard Medium" panose="02000603000000020004" pitchFamily="2" charset="-127"/>
              <a:ea typeface="Pretendard Medium" panose="020006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7" name="L 도형 26">
            <a:extLst>
              <a:ext uri="{FF2B5EF4-FFF2-40B4-BE49-F238E27FC236}">
                <a16:creationId xmlns:a16="http://schemas.microsoft.com/office/drawing/2014/main" id="{7AB7B48E-7746-005C-98AF-C5310BF5D038}"/>
              </a:ext>
            </a:extLst>
          </p:cNvPr>
          <p:cNvSpPr/>
          <p:nvPr/>
        </p:nvSpPr>
        <p:spPr>
          <a:xfrm rot="16200000">
            <a:off x="1106754" y="3521180"/>
            <a:ext cx="198100" cy="93716"/>
          </a:xfrm>
          <a:prstGeom prst="corner">
            <a:avLst>
              <a:gd name="adj1" fmla="val 26168"/>
              <a:gd name="adj2" fmla="val 2309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 Medium" panose="02000603000000020004" pitchFamily="2" charset="-127"/>
              <a:ea typeface="Pretendard Medium" panose="02000603000000020004" pitchFamily="2" charset="-127"/>
              <a:cs typeface="+mn-cs"/>
            </a:endParaRPr>
          </a:p>
        </p:txBody>
      </p:sp>
      <p:sp>
        <p:nvSpPr>
          <p:cNvPr id="28" name="L 도형 27">
            <a:extLst>
              <a:ext uri="{FF2B5EF4-FFF2-40B4-BE49-F238E27FC236}">
                <a16:creationId xmlns:a16="http://schemas.microsoft.com/office/drawing/2014/main" id="{160A19AF-8676-D80F-A84E-CC6D8F384C1D}"/>
              </a:ext>
            </a:extLst>
          </p:cNvPr>
          <p:cNvSpPr/>
          <p:nvPr/>
        </p:nvSpPr>
        <p:spPr>
          <a:xfrm rot="5400000">
            <a:off x="152064" y="1947131"/>
            <a:ext cx="198100" cy="93716"/>
          </a:xfrm>
          <a:prstGeom prst="corner">
            <a:avLst>
              <a:gd name="adj1" fmla="val 22871"/>
              <a:gd name="adj2" fmla="val 2309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 Medium" panose="02000603000000020004" pitchFamily="2" charset="-127"/>
              <a:ea typeface="Pretendard Medium" panose="02000603000000020004" pitchFamily="2" charset="-127"/>
              <a:cs typeface="+mn-cs"/>
            </a:endParaRPr>
          </a:p>
        </p:txBody>
      </p:sp>
      <p:sp>
        <p:nvSpPr>
          <p:cNvPr id="31" name="L 도형 30">
            <a:extLst>
              <a:ext uri="{FF2B5EF4-FFF2-40B4-BE49-F238E27FC236}">
                <a16:creationId xmlns:a16="http://schemas.microsoft.com/office/drawing/2014/main" id="{85B06E36-4C7D-2417-A103-514CD234671A}"/>
              </a:ext>
            </a:extLst>
          </p:cNvPr>
          <p:cNvSpPr/>
          <p:nvPr/>
        </p:nvSpPr>
        <p:spPr>
          <a:xfrm rot="16200000">
            <a:off x="1141763" y="4554976"/>
            <a:ext cx="93716" cy="93716"/>
          </a:xfrm>
          <a:prstGeom prst="corner">
            <a:avLst>
              <a:gd name="adj1" fmla="val 26168"/>
              <a:gd name="adj2" fmla="val 2309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 Medium" panose="02000603000000020004" pitchFamily="2" charset="-127"/>
              <a:ea typeface="Pretendard Medium" panose="02000603000000020004" pitchFamily="2" charset="-127"/>
              <a:cs typeface="+mn-cs"/>
            </a:endParaRPr>
          </a:p>
        </p:txBody>
      </p:sp>
      <p:sp>
        <p:nvSpPr>
          <p:cNvPr id="32" name="L 도형 31">
            <a:extLst>
              <a:ext uri="{FF2B5EF4-FFF2-40B4-BE49-F238E27FC236}">
                <a16:creationId xmlns:a16="http://schemas.microsoft.com/office/drawing/2014/main" id="{7F444768-AC19-8F2C-427C-649B32BDDA64}"/>
              </a:ext>
            </a:extLst>
          </p:cNvPr>
          <p:cNvSpPr/>
          <p:nvPr/>
        </p:nvSpPr>
        <p:spPr>
          <a:xfrm rot="5400000">
            <a:off x="204256" y="3896658"/>
            <a:ext cx="93716" cy="93716"/>
          </a:xfrm>
          <a:prstGeom prst="corner">
            <a:avLst>
              <a:gd name="adj1" fmla="val 22871"/>
              <a:gd name="adj2" fmla="val 2309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 Medium" panose="02000603000000020004" pitchFamily="2" charset="-127"/>
              <a:ea typeface="Pretendard Medium" panose="02000603000000020004" pitchFamily="2" charset="-127"/>
              <a:cs typeface="+mn-cs"/>
            </a:endParaRPr>
          </a:p>
        </p:txBody>
      </p:sp>
      <p:sp>
        <p:nvSpPr>
          <p:cNvPr id="33" name="L 도형 32">
            <a:extLst>
              <a:ext uri="{FF2B5EF4-FFF2-40B4-BE49-F238E27FC236}">
                <a16:creationId xmlns:a16="http://schemas.microsoft.com/office/drawing/2014/main" id="{491179BE-8787-0576-521C-A69C300C18B4}"/>
              </a:ext>
            </a:extLst>
          </p:cNvPr>
          <p:cNvSpPr/>
          <p:nvPr/>
        </p:nvSpPr>
        <p:spPr>
          <a:xfrm rot="16200000">
            <a:off x="1141763" y="5553196"/>
            <a:ext cx="93716" cy="93716"/>
          </a:xfrm>
          <a:prstGeom prst="corner">
            <a:avLst>
              <a:gd name="adj1" fmla="val 26168"/>
              <a:gd name="adj2" fmla="val 2309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 Medium" panose="02000603000000020004" pitchFamily="2" charset="-127"/>
              <a:ea typeface="Pretendard Medium" panose="02000603000000020004" pitchFamily="2" charset="-127"/>
              <a:cs typeface="+mn-cs"/>
            </a:endParaRPr>
          </a:p>
        </p:txBody>
      </p:sp>
      <p:sp>
        <p:nvSpPr>
          <p:cNvPr id="35" name="L 도형 34">
            <a:extLst>
              <a:ext uri="{FF2B5EF4-FFF2-40B4-BE49-F238E27FC236}">
                <a16:creationId xmlns:a16="http://schemas.microsoft.com/office/drawing/2014/main" id="{7B4FD6E6-7229-DB24-F280-E262852EF76B}"/>
              </a:ext>
            </a:extLst>
          </p:cNvPr>
          <p:cNvSpPr/>
          <p:nvPr/>
        </p:nvSpPr>
        <p:spPr>
          <a:xfrm rot="5400000">
            <a:off x="204256" y="4894878"/>
            <a:ext cx="93716" cy="93716"/>
          </a:xfrm>
          <a:prstGeom prst="corner">
            <a:avLst>
              <a:gd name="adj1" fmla="val 22871"/>
              <a:gd name="adj2" fmla="val 2309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 Medium" panose="02000603000000020004" pitchFamily="2" charset="-127"/>
              <a:ea typeface="Pretendard Medium" panose="02000603000000020004" pitchFamily="2" charset="-127"/>
              <a:cs typeface="+mn-cs"/>
            </a:endParaRPr>
          </a:p>
        </p:txBody>
      </p:sp>
      <p:sp>
        <p:nvSpPr>
          <p:cNvPr id="36" name="슬라이드 번호 개체 틀 35">
            <a:extLst>
              <a:ext uri="{FF2B5EF4-FFF2-40B4-BE49-F238E27FC236}">
                <a16:creationId xmlns:a16="http://schemas.microsoft.com/office/drawing/2014/main" id="{B12D754D-2D75-4B6C-9505-346A219BEA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9ADAF8-EB0A-4AD9-90D7-E41C7CA590E1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ea typeface="Pretendard" panose="02000503000000020004" pitchFamily="2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23B414E-8BDA-CF94-A78A-5C33C3BB4D1D}"/>
              </a:ext>
            </a:extLst>
          </p:cNvPr>
          <p:cNvSpPr txBox="1"/>
          <p:nvPr/>
        </p:nvSpPr>
        <p:spPr>
          <a:xfrm>
            <a:off x="956951" y="423105"/>
            <a:ext cx="29184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-150" normalizeH="0" baseline="0">
                <a:ln>
                  <a:noFill/>
                </a:ln>
                <a:gradFill>
                  <a:gsLst>
                    <a:gs pos="0">
                      <a:srgbClr val="083874"/>
                    </a:gs>
                    <a:gs pos="100000">
                      <a:srgbClr val="083874"/>
                    </a:gs>
                  </a:gsLst>
                  <a:lin ang="16200000" scaled="1"/>
                </a:gradFill>
                <a:effectLst>
                  <a:innerShdw blurRad="127000" dist="50800" dir="13500000">
                    <a:prstClr val="black">
                      <a:alpha val="50000"/>
                    </a:prstClr>
                  </a:innerShdw>
                </a:effectLst>
                <a:uLnTx/>
                <a:uFillTx/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defRPr>
            </a:lvl1pPr>
          </a:lstStyle>
          <a:p>
            <a:r>
              <a:rPr lang="ko-KR" altLang="en-US" dirty="0"/>
              <a:t>주변 편의시설</a:t>
            </a:r>
          </a:p>
        </p:txBody>
      </p:sp>
      <p:cxnSp>
        <p:nvCxnSpPr>
          <p:cNvPr id="51" name="직선 화살표 연결선 50"/>
          <p:cNvCxnSpPr/>
          <p:nvPr/>
        </p:nvCxnSpPr>
        <p:spPr>
          <a:xfrm flipH="1" flipV="1">
            <a:off x="7929641" y="3761691"/>
            <a:ext cx="1590390" cy="941721"/>
          </a:xfrm>
          <a:prstGeom prst="straightConnector1">
            <a:avLst/>
          </a:prstGeom>
          <a:ln w="317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6F4E0CF8-D3AF-A993-C18E-F87885CCE574}"/>
              </a:ext>
            </a:extLst>
          </p:cNvPr>
          <p:cNvSpPr txBox="1"/>
          <p:nvPr/>
        </p:nvSpPr>
        <p:spPr>
          <a:xfrm>
            <a:off x="380811" y="484660"/>
            <a:ext cx="5741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pc="-15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16200000" scaled="1"/>
                </a:gra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04</a:t>
            </a:r>
            <a:endParaRPr lang="ko-KR" altLang="en-US" sz="2800" spc="-150" dirty="0"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lin ang="16200000" scaled="1"/>
              </a:gra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049000" y="1707754"/>
            <a:ext cx="2635196" cy="40957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pc="-100" dirty="0" err="1">
                <a:latin typeface="Pretendard Medium" panose="02000603000000020004" pitchFamily="2" charset="-127"/>
                <a:ea typeface="Pretendard Medium" panose="02000603000000020004" pitchFamily="2" charset="-127"/>
              </a:rPr>
              <a:t>롯데몰</a:t>
            </a:r>
            <a:r>
              <a:rPr lang="ko-KR" altLang="en-US" spc="-100" dirty="0">
                <a:latin typeface="Pretendard Medium" panose="02000603000000020004" pitchFamily="2" charset="-127"/>
                <a:ea typeface="Pretendard Medium" panose="02000603000000020004" pitchFamily="2" charset="-127"/>
              </a:rPr>
              <a:t> </a:t>
            </a:r>
            <a:r>
              <a:rPr lang="ko-KR" altLang="en-US" spc="-100" dirty="0" err="1">
                <a:latin typeface="Pretendard Medium" panose="02000603000000020004" pitchFamily="2" charset="-127"/>
                <a:ea typeface="Pretendard Medium" panose="02000603000000020004" pitchFamily="2" charset="-127"/>
              </a:rPr>
              <a:t>김포공항점</a:t>
            </a:r>
            <a:endParaRPr lang="ko-KR" altLang="en-US" spc="-100" dirty="0">
              <a:latin typeface="Pretendard Medium" panose="02000603000000020004" pitchFamily="2" charset="-127"/>
              <a:ea typeface="Pretendard Medium" panose="02000603000000020004" pitchFamily="2" charset="-127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5610630" y="3056165"/>
            <a:ext cx="1981407" cy="40862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pc="-100" dirty="0">
                <a:latin typeface="Pretendard Medium" panose="02000603000000020004" pitchFamily="2" charset="-127"/>
                <a:ea typeface="Pretendard Medium" panose="02000603000000020004" pitchFamily="2" charset="-127"/>
              </a:rPr>
              <a:t>김포공항 국내선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88235" y="4562907"/>
            <a:ext cx="1191027" cy="40862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pc="-100" dirty="0">
                <a:latin typeface="Pretendard Medium" panose="02000603000000020004" pitchFamily="2" charset="-127"/>
                <a:ea typeface="Pretendard Medium" panose="02000603000000020004" pitchFamily="2" charset="-127"/>
              </a:rPr>
              <a:t>화물청사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39234" y="4670782"/>
            <a:ext cx="1274843" cy="28892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1100" spc="-100" dirty="0">
                <a:latin typeface="Pretendard Medium" panose="02000603000000020004" pitchFamily="2" charset="-127"/>
                <a:ea typeface="Pretendard Medium" panose="02000603000000020004" pitchFamily="2" charset="-127"/>
              </a:rPr>
              <a:t>셔틀버스 정류장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829843" y="4605225"/>
            <a:ext cx="1413519" cy="57888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1400" spc="-100" dirty="0">
                <a:latin typeface="Pretendard Medium" panose="02000603000000020004" pitchFamily="2" charset="-127"/>
                <a:ea typeface="Pretendard Medium" panose="02000603000000020004" pitchFamily="2" charset="-127"/>
              </a:rPr>
              <a:t>미소야</a:t>
            </a:r>
            <a:r>
              <a:rPr lang="en-US" altLang="ko-KR" sz="1200" spc="-100" dirty="0">
                <a:latin typeface="Pretendard Medium" panose="02000603000000020004" pitchFamily="2" charset="-127"/>
                <a:ea typeface="Pretendard Medium" panose="02000603000000020004" pitchFamily="2" charset="-127"/>
              </a:rPr>
              <a:t>(</a:t>
            </a:r>
            <a:r>
              <a:rPr lang="ko-KR" altLang="en-US" sz="1200" spc="-100" dirty="0">
                <a:latin typeface="Pretendard Medium" panose="02000603000000020004" pitchFamily="2" charset="-127"/>
                <a:ea typeface="Pretendard Medium" panose="02000603000000020004" pitchFamily="2" charset="-127"/>
              </a:rPr>
              <a:t>일식</a:t>
            </a:r>
            <a:r>
              <a:rPr lang="en-US" altLang="ko-KR" sz="1200" spc="-100" dirty="0">
                <a:latin typeface="Pretendard Medium" panose="02000603000000020004" pitchFamily="2" charset="-127"/>
                <a:ea typeface="Pretendard Medium" panose="02000603000000020004" pitchFamily="2" charset="-127"/>
              </a:rPr>
              <a:t>)</a:t>
            </a:r>
            <a:r>
              <a:rPr lang="en-US" altLang="ko-KR" sz="1400" spc="-100" dirty="0">
                <a:latin typeface="Pretendard Medium" panose="02000603000000020004" pitchFamily="2" charset="-127"/>
                <a:ea typeface="Pretendard Medium" panose="02000603000000020004" pitchFamily="2" charset="-127"/>
              </a:rPr>
              <a:t>/</a:t>
            </a:r>
          </a:p>
          <a:p>
            <a:pPr algn="ctr">
              <a:defRPr/>
            </a:pPr>
            <a:r>
              <a:rPr lang="ko-KR" altLang="en-US" sz="1400" spc="-100" dirty="0">
                <a:latin typeface="Pretendard Medium" panose="02000603000000020004" pitchFamily="2" charset="-127"/>
                <a:ea typeface="Pretendard Medium" panose="02000603000000020004" pitchFamily="2" charset="-127"/>
              </a:rPr>
              <a:t>편의점</a:t>
            </a:r>
            <a:r>
              <a:rPr lang="en-US" altLang="ko-KR" sz="1400" spc="-100" dirty="0">
                <a:latin typeface="Pretendard Medium" panose="02000603000000020004" pitchFamily="2" charset="-127"/>
                <a:ea typeface="Pretendard Medium" panose="02000603000000020004" pitchFamily="2" charset="-127"/>
              </a:rPr>
              <a:t>/</a:t>
            </a:r>
            <a:r>
              <a:rPr lang="ko-KR" altLang="en-US" sz="1400" spc="-100" dirty="0">
                <a:latin typeface="Pretendard Medium" panose="02000603000000020004" pitchFamily="2" charset="-127"/>
                <a:ea typeface="Pretendard Medium" panose="02000603000000020004" pitchFamily="2" charset="-127"/>
              </a:rPr>
              <a:t>카페</a:t>
            </a:r>
            <a:endParaRPr lang="ko-KR" altLang="en-US" sz="1200" spc="-100" dirty="0">
              <a:latin typeface="Pretendard Medium" panose="02000603000000020004" pitchFamily="2" charset="-127"/>
              <a:ea typeface="Pretendard Medium" panose="02000603000000020004" pitchFamily="2" charset="-127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8519465" y="4781513"/>
            <a:ext cx="816996" cy="5448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1400" spc="-100" dirty="0" err="1">
                <a:latin typeface="Pretendard Medium" panose="02000603000000020004" pitchFamily="2" charset="-127"/>
                <a:ea typeface="Pretendard Medium" panose="02000603000000020004" pitchFamily="2" charset="-127"/>
              </a:rPr>
              <a:t>마리짱</a:t>
            </a:r>
            <a:endParaRPr lang="en-US" altLang="ko-KR" sz="1400" spc="-100" dirty="0">
              <a:latin typeface="Pretendard Medium" panose="02000603000000020004" pitchFamily="2" charset="-127"/>
              <a:ea typeface="Pretendard Medium" panose="02000603000000020004" pitchFamily="2" charset="-127"/>
            </a:endParaRPr>
          </a:p>
          <a:p>
            <a:pPr algn="ctr">
              <a:defRPr/>
            </a:pPr>
            <a:r>
              <a:rPr lang="en-US" altLang="ko-KR" sz="1200" spc="-100" dirty="0">
                <a:latin typeface="Pretendard Medium" panose="02000603000000020004" pitchFamily="2" charset="-127"/>
                <a:ea typeface="Pretendard Medium" panose="02000603000000020004" pitchFamily="2" charset="-127"/>
              </a:rPr>
              <a:t>(</a:t>
            </a:r>
            <a:r>
              <a:rPr lang="ko-KR" altLang="en-US" sz="1200" spc="-100" dirty="0">
                <a:latin typeface="Pretendard Medium" panose="02000603000000020004" pitchFamily="2" charset="-127"/>
                <a:ea typeface="Pretendard Medium" panose="02000603000000020004" pitchFamily="2" charset="-127"/>
              </a:rPr>
              <a:t>한식</a:t>
            </a:r>
            <a:r>
              <a:rPr lang="en-US" altLang="ko-KR" sz="1200" spc="-100" dirty="0">
                <a:latin typeface="Pretendard Medium" panose="02000603000000020004" pitchFamily="2" charset="-127"/>
                <a:ea typeface="Pretendard Medium" panose="02000603000000020004" pitchFamily="2" charset="-127"/>
              </a:rPr>
              <a:t>)</a:t>
            </a:r>
            <a:endParaRPr lang="ko-KR" altLang="en-US" sz="1200" spc="-100" dirty="0">
              <a:latin typeface="Pretendard Medium" panose="02000603000000020004" pitchFamily="2" charset="-127"/>
              <a:ea typeface="Pretendard Medium" panose="02000603000000020004" pitchFamily="2" charset="-127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9036233" y="3990374"/>
            <a:ext cx="2066751" cy="40862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pc="-100" dirty="0">
                <a:latin typeface="Pretendard Medium" panose="02000603000000020004" pitchFamily="2" charset="-127"/>
                <a:ea typeface="Pretendard Medium" panose="02000603000000020004" pitchFamily="2" charset="-127"/>
              </a:rPr>
              <a:t>항공보안교육센터</a:t>
            </a:r>
          </a:p>
        </p:txBody>
      </p:sp>
      <p:sp>
        <p:nvSpPr>
          <p:cNvPr id="4" name="타원형 설명선 3"/>
          <p:cNvSpPr/>
          <p:nvPr/>
        </p:nvSpPr>
        <p:spPr>
          <a:xfrm>
            <a:off x="9994106" y="4443055"/>
            <a:ext cx="232073" cy="205637"/>
          </a:xfrm>
          <a:prstGeom prst="wedgeEllipseCallout">
            <a:avLst>
              <a:gd name="adj1" fmla="val 3311"/>
              <a:gd name="adj2" fmla="val -7961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00" dirty="0">
              <a:latin typeface="Pretendard Medium" panose="02000603000000020004" pitchFamily="2" charset="-127"/>
              <a:ea typeface="Pretendard Medium" panose="02000603000000020004" pitchFamily="2" charset="-127"/>
            </a:endParaRPr>
          </a:p>
        </p:txBody>
      </p:sp>
      <p:sp>
        <p:nvSpPr>
          <p:cNvPr id="6" name="설명선 1 5"/>
          <p:cNvSpPr/>
          <p:nvPr/>
        </p:nvSpPr>
        <p:spPr>
          <a:xfrm>
            <a:off x="10103163" y="4961515"/>
            <a:ext cx="109056" cy="112800"/>
          </a:xfrm>
          <a:prstGeom prst="borderCallout1">
            <a:avLst>
              <a:gd name="adj1" fmla="val -40746"/>
              <a:gd name="adj2" fmla="val 283977"/>
              <a:gd name="adj3" fmla="val 53004"/>
              <a:gd name="adj4" fmla="val 10013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00" dirty="0">
              <a:latin typeface="Pretendard Medium" panose="02000603000000020004" pitchFamily="2" charset="-127"/>
              <a:ea typeface="Pretendard Medium" panose="02000603000000020004" pitchFamily="2" charset="-127"/>
            </a:endParaRPr>
          </a:p>
        </p:txBody>
      </p:sp>
      <p:cxnSp>
        <p:nvCxnSpPr>
          <p:cNvPr id="61" name="직선 화살표 연결선 60"/>
          <p:cNvCxnSpPr/>
          <p:nvPr/>
        </p:nvCxnSpPr>
        <p:spPr>
          <a:xfrm>
            <a:off x="9494864" y="4692750"/>
            <a:ext cx="1334979" cy="795277"/>
          </a:xfrm>
          <a:prstGeom prst="straightConnector1">
            <a:avLst/>
          </a:prstGeom>
          <a:ln w="317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/>
          <p:cNvCxnSpPr>
            <a:endCxn id="56" idx="1"/>
          </p:cNvCxnSpPr>
          <p:nvPr/>
        </p:nvCxnSpPr>
        <p:spPr>
          <a:xfrm flipH="1">
            <a:off x="9639234" y="4586079"/>
            <a:ext cx="342795" cy="229166"/>
          </a:xfrm>
          <a:prstGeom prst="straightConnector1">
            <a:avLst/>
          </a:prstGeom>
          <a:ln w="317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/>
          <p:cNvCxnSpPr/>
          <p:nvPr/>
        </p:nvCxnSpPr>
        <p:spPr>
          <a:xfrm flipV="1">
            <a:off x="10806926" y="5362435"/>
            <a:ext cx="247997" cy="125592"/>
          </a:xfrm>
          <a:prstGeom prst="straightConnector1">
            <a:avLst/>
          </a:prstGeom>
          <a:ln w="317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화살표 연결선 65"/>
          <p:cNvCxnSpPr/>
          <p:nvPr/>
        </p:nvCxnSpPr>
        <p:spPr>
          <a:xfrm flipH="1">
            <a:off x="9288477" y="4763143"/>
            <a:ext cx="342795" cy="229166"/>
          </a:xfrm>
          <a:prstGeom prst="straightConnector1">
            <a:avLst/>
          </a:prstGeom>
          <a:ln w="317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61971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D2C1397B-DCDC-69C8-F376-DA1CC86CEC19}"/>
              </a:ext>
            </a:extLst>
          </p:cNvPr>
          <p:cNvSpPr/>
          <p:nvPr/>
        </p:nvSpPr>
        <p:spPr>
          <a:xfrm>
            <a:off x="2377440" y="1745673"/>
            <a:ext cx="7713763" cy="4975802"/>
          </a:xfrm>
          <a:prstGeom prst="rect">
            <a:avLst/>
          </a:prstGeom>
          <a:pattFill prst="dotGrid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 Medium" panose="02000603000000020004" pitchFamily="2" charset="-127"/>
              <a:ea typeface="Pretendard Medium" panose="02000603000000020004" pitchFamily="2" charset="-127"/>
              <a:cs typeface="+mn-cs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BFB8114B-3EDA-2324-8D48-2448527EF33D}"/>
              </a:ext>
            </a:extLst>
          </p:cNvPr>
          <p:cNvSpPr/>
          <p:nvPr/>
        </p:nvSpPr>
        <p:spPr>
          <a:xfrm>
            <a:off x="1675758" y="1288536"/>
            <a:ext cx="8062158" cy="5250376"/>
          </a:xfrm>
          <a:prstGeom prst="roundRect">
            <a:avLst>
              <a:gd name="adj" fmla="val 0"/>
            </a:avLst>
          </a:prstGeom>
          <a:blipFill>
            <a:blip r:embed="rId2"/>
            <a:stretch>
              <a:fillRect/>
            </a:stretch>
          </a:blipFill>
          <a:ln>
            <a:solidFill>
              <a:srgbClr val="07346D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051"/>
              </a:buClr>
              <a:buSzPct val="100000"/>
              <a:buFontTx/>
              <a:buNone/>
              <a:tabLst/>
              <a:defRPr/>
            </a:pPr>
            <a:endParaRPr kumimoji="0" lang="en-US" altLang="ko-KR" sz="1600" b="0" i="0" u="none" strike="noStrike" kern="1200" cap="none" spc="-70" normalizeH="0" baseline="0" noProof="0" dirty="0">
              <a:ln>
                <a:noFill/>
              </a:ln>
              <a:gradFill>
                <a:gsLst>
                  <a:gs pos="0">
                    <a:prstClr val="black">
                      <a:lumMod val="75000"/>
                      <a:lumOff val="25000"/>
                    </a:prstClr>
                  </a:gs>
                  <a:gs pos="100000">
                    <a:prstClr val="black">
                      <a:lumMod val="75000"/>
                      <a:lumOff val="25000"/>
                    </a:prstClr>
                  </a:gs>
                </a:gsLst>
                <a:lin ang="5400000" scaled="1"/>
              </a:gra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+mn-cs"/>
            </a:endParaRPr>
          </a:p>
          <a:p>
            <a:pPr marL="180975" marR="0" lvl="0" indent="-180975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051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endParaRPr kumimoji="0" lang="en-US" altLang="ko-KR" sz="1600" b="0" i="0" u="none" strike="noStrike" kern="1200" cap="none" spc="-70" normalizeH="0" baseline="0" noProof="0" dirty="0">
              <a:ln>
                <a:noFill/>
              </a:ln>
              <a:gradFill>
                <a:gsLst>
                  <a:gs pos="0">
                    <a:prstClr val="black">
                      <a:lumMod val="75000"/>
                      <a:lumOff val="25000"/>
                    </a:prstClr>
                  </a:gs>
                  <a:gs pos="100000">
                    <a:prstClr val="black">
                      <a:lumMod val="75000"/>
                      <a:lumOff val="25000"/>
                    </a:prstClr>
                  </a:gs>
                </a:gsLst>
                <a:lin ang="5400000" scaled="1"/>
              </a:gra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+mn-cs"/>
            </a:endParaRPr>
          </a:p>
          <a:p>
            <a:pPr marL="180975" marR="0" lvl="0" indent="-180975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051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endParaRPr kumimoji="0" lang="ko-KR" altLang="en-US" sz="1600" b="0" i="0" u="none" strike="noStrike" kern="1200" cap="none" spc="-70" normalizeH="0" baseline="0" noProof="0" dirty="0">
              <a:ln>
                <a:noFill/>
              </a:ln>
              <a:gradFill>
                <a:gsLst>
                  <a:gs pos="0">
                    <a:prstClr val="black">
                      <a:lumMod val="75000"/>
                      <a:lumOff val="25000"/>
                    </a:prstClr>
                  </a:gs>
                  <a:gs pos="100000">
                    <a:prstClr val="black">
                      <a:lumMod val="75000"/>
                      <a:lumOff val="25000"/>
                    </a:prstClr>
                  </a:gs>
                </a:gsLst>
                <a:lin ang="5400000" scaled="1"/>
              </a:gra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+mn-cs"/>
            </a:endParaRPr>
          </a:p>
        </p:txBody>
      </p:sp>
      <p:sp>
        <p:nvSpPr>
          <p:cNvPr id="17" name="슬라이드 번호 개체 틀 16">
            <a:extLst>
              <a:ext uri="{FF2B5EF4-FFF2-40B4-BE49-F238E27FC236}">
                <a16:creationId xmlns:a16="http://schemas.microsoft.com/office/drawing/2014/main" id="{C6AD4761-B677-7D1A-C6D0-02A5AEFB00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9ADAF8-EB0A-4AD9-90D7-E41C7CA590E1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ea typeface="Pretendard" panose="02000503000000020004" pitchFamily="2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BA51D2-09B2-B68E-0181-A2CFE5DC945B}"/>
              </a:ext>
            </a:extLst>
          </p:cNvPr>
          <p:cNvSpPr txBox="1"/>
          <p:nvPr/>
        </p:nvSpPr>
        <p:spPr>
          <a:xfrm>
            <a:off x="956951" y="423105"/>
            <a:ext cx="39023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-150" normalizeH="0" baseline="0">
                <a:ln>
                  <a:noFill/>
                </a:ln>
                <a:gradFill>
                  <a:gsLst>
                    <a:gs pos="0">
                      <a:srgbClr val="083874"/>
                    </a:gs>
                    <a:gs pos="100000">
                      <a:srgbClr val="083874"/>
                    </a:gs>
                  </a:gsLst>
                  <a:lin ang="16200000" scaled="1"/>
                </a:gradFill>
                <a:effectLst>
                  <a:innerShdw blurRad="127000" dist="50800" dir="13500000">
                    <a:prstClr val="black">
                      <a:alpha val="50000"/>
                    </a:prstClr>
                  </a:innerShdw>
                </a:effectLst>
                <a:uLnTx/>
                <a:uFillTx/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defRPr>
            </a:lvl1pPr>
          </a:lstStyle>
          <a:p>
            <a:r>
              <a:rPr lang="ko-KR" altLang="en-US"/>
              <a:t>비상시 대피로</a:t>
            </a:r>
            <a:r>
              <a:rPr lang="en-US" altLang="ko-KR"/>
              <a:t>(2</a:t>
            </a:r>
            <a:r>
              <a:rPr lang="ko-KR" altLang="en-US"/>
              <a:t>층</a:t>
            </a:r>
            <a:r>
              <a:rPr lang="en-US" altLang="ko-KR"/>
              <a:t>)</a:t>
            </a:r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F4E0CF8-D3AF-A993-C18E-F87885CCE574}"/>
              </a:ext>
            </a:extLst>
          </p:cNvPr>
          <p:cNvSpPr txBox="1"/>
          <p:nvPr/>
        </p:nvSpPr>
        <p:spPr>
          <a:xfrm>
            <a:off x="380811" y="484660"/>
            <a:ext cx="5661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pc="-15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16200000" scaled="1"/>
                </a:gra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05</a:t>
            </a:r>
            <a:endParaRPr lang="ko-KR" altLang="en-US" sz="2800" spc="-150" dirty="0"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lin ang="16200000" scaled="1"/>
              </a:gra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BA6486-924C-7A49-5964-00EC09294F0E}"/>
              </a:ext>
            </a:extLst>
          </p:cNvPr>
          <p:cNvSpPr txBox="1"/>
          <p:nvPr/>
        </p:nvSpPr>
        <p:spPr>
          <a:xfrm>
            <a:off x="4367363" y="246479"/>
            <a:ext cx="6058538" cy="7969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100000">
                      <a:srgbClr val="134499"/>
                    </a:gs>
                    <a:gs pos="0">
                      <a:srgbClr val="134499"/>
                    </a:gs>
                  </a:gsLst>
                  <a:lin ang="5400000" scaled="1"/>
                </a:gra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화재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100000">
                      <a:srgbClr val="134499"/>
                    </a:gs>
                    <a:gs pos="0">
                      <a:srgbClr val="134499"/>
                    </a:gs>
                  </a:gsLst>
                  <a:lin ang="5400000" scaled="1"/>
                </a:gra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/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100000">
                      <a:srgbClr val="134499"/>
                    </a:gs>
                    <a:gs pos="0">
                      <a:srgbClr val="134499"/>
                    </a:gs>
                  </a:gsLst>
                  <a:lin ang="5400000" scaled="1"/>
                </a:gra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구급 신고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gradFill>
                <a:gsLst>
                  <a:gs pos="100000">
                    <a:srgbClr val="134499"/>
                  </a:gs>
                  <a:gs pos="0">
                    <a:srgbClr val="134499"/>
                  </a:gs>
                </a:gsLst>
                <a:lin ang="5400000" scaled="1"/>
              </a:gradFill>
              <a:effectLst/>
              <a:uLnTx/>
              <a:uFillTx/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dirty="0">
                <a:gradFill>
                  <a:gsLst>
                    <a:gs pos="100000">
                      <a:srgbClr val="134499"/>
                    </a:gs>
                    <a:gs pos="0">
                      <a:srgbClr val="134499"/>
                    </a:gs>
                  </a:gsLst>
                  <a:lin ang="5400000" scaled="1"/>
                </a:gra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119 </a:t>
            </a:r>
            <a:r>
              <a:rPr lang="ko-KR" altLang="en-US" sz="2000" dirty="0">
                <a:gradFill>
                  <a:gsLst>
                    <a:gs pos="100000">
                      <a:srgbClr val="134499"/>
                    </a:gs>
                    <a:gs pos="0">
                      <a:srgbClr val="134499"/>
                    </a:gs>
                  </a:gsLst>
                  <a:lin ang="5400000" scaled="1"/>
                </a:gra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또는 </a:t>
            </a:r>
            <a:r>
              <a:rPr lang="en-US" altLang="ko-KR" sz="2000" dirty="0">
                <a:gradFill>
                  <a:gsLst>
                    <a:gs pos="100000">
                      <a:srgbClr val="134499"/>
                    </a:gs>
                    <a:gs pos="0">
                      <a:srgbClr val="134499"/>
                    </a:gs>
                  </a:gsLst>
                  <a:lin ang="5400000" scaled="1"/>
                </a:gra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02-2660-2580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gradFill>
                <a:gsLst>
                  <a:gs pos="100000">
                    <a:srgbClr val="134499"/>
                  </a:gs>
                  <a:gs pos="0">
                    <a:srgbClr val="134499"/>
                  </a:gs>
                </a:gsLst>
                <a:lin ang="5400000" scaled="1"/>
              </a:gradFill>
              <a:effectLst/>
              <a:uLnTx/>
              <a:uFillTx/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pic>
        <p:nvPicPr>
          <p:cNvPr id="31" name="그래픽 26">
            <a:extLst>
              <a:ext uri="{FF2B5EF4-FFF2-40B4-BE49-F238E27FC236}">
                <a16:creationId xmlns:a16="http://schemas.microsoft.com/office/drawing/2014/main" id="{49946025-DBD3-EC99-6E70-CFC6B53BFD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7495" y="165394"/>
            <a:ext cx="275859" cy="210179"/>
          </a:xfrm>
          <a:prstGeom prst="rect">
            <a:avLst/>
          </a:prstGeom>
        </p:spPr>
      </p:pic>
      <p:pic>
        <p:nvPicPr>
          <p:cNvPr id="32" name="그래픽 27">
            <a:extLst>
              <a:ext uri="{FF2B5EF4-FFF2-40B4-BE49-F238E27FC236}">
                <a16:creationId xmlns:a16="http://schemas.microsoft.com/office/drawing/2014/main" id="{56E4EDAD-FD86-2FC2-240A-CCBB79DBD5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 flipV="1">
            <a:off x="9036233" y="913567"/>
            <a:ext cx="275859" cy="210179"/>
          </a:xfrm>
          <a:prstGeom prst="rect">
            <a:avLst/>
          </a:prstGeom>
        </p:spPr>
      </p:pic>
      <p:sp>
        <p:nvSpPr>
          <p:cNvPr id="18" name="직사각형 17"/>
          <p:cNvSpPr/>
          <p:nvPr/>
        </p:nvSpPr>
        <p:spPr bwMode="auto">
          <a:xfrm>
            <a:off x="8315325" y="4208338"/>
            <a:ext cx="858837" cy="45243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pic>
        <p:nvPicPr>
          <p:cNvPr id="19" name="그림 4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1302" y="3566061"/>
            <a:ext cx="3175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그림 5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01" t="21147" r="12000" b="10127"/>
          <a:stretch>
            <a:fillRect/>
          </a:stretch>
        </p:blipFill>
        <p:spPr bwMode="auto">
          <a:xfrm>
            <a:off x="2003512" y="3913724"/>
            <a:ext cx="352425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Box 19"/>
          <p:cNvSpPr txBox="1"/>
          <p:nvPr/>
        </p:nvSpPr>
        <p:spPr bwMode="auto">
          <a:xfrm>
            <a:off x="1675929" y="3456204"/>
            <a:ext cx="1106932" cy="430887"/>
          </a:xfrm>
          <a:prstGeom prst="rect">
            <a:avLst/>
          </a:prstGeom>
          <a:solidFill>
            <a:srgbClr val="FFFF00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100" spc="-100" dirty="0">
                <a:solidFill>
                  <a:srgbClr val="FF0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</a:rPr>
              <a:t>출입문</a:t>
            </a:r>
            <a:endParaRPr lang="en-US" altLang="ko-KR" sz="1100" spc="-100" dirty="0">
              <a:solidFill>
                <a:srgbClr val="FF0000"/>
              </a:solidFill>
              <a:latin typeface="Pretendard SemiBold" panose="02000703000000020004" pitchFamily="2" charset="-127"/>
              <a:ea typeface="Pretendard SemiBold" panose="02000703000000020004" pitchFamily="2" charset="-127"/>
            </a:endParaRPr>
          </a:p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100" spc="-100" dirty="0">
                <a:solidFill>
                  <a:srgbClr val="FF0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</a:rPr>
              <a:t>(</a:t>
            </a:r>
            <a:r>
              <a:rPr lang="ko-KR" altLang="en-US" sz="1100" spc="-100" dirty="0">
                <a:solidFill>
                  <a:srgbClr val="FF0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</a:rPr>
              <a:t>비상시 사용</a:t>
            </a:r>
            <a:r>
              <a:rPr lang="en-US" altLang="ko-KR" sz="1100" spc="-100" dirty="0">
                <a:solidFill>
                  <a:srgbClr val="FF0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</a:rPr>
              <a:t>)</a:t>
            </a:r>
            <a:endParaRPr lang="ko-KR" altLang="en-US" sz="1100" spc="-100" dirty="0">
              <a:solidFill>
                <a:srgbClr val="FF0000"/>
              </a:solidFill>
              <a:latin typeface="Pretendard SemiBold" panose="02000703000000020004" pitchFamily="2" charset="-127"/>
              <a:ea typeface="Pretendard SemiBold" panose="02000703000000020004" pitchFamily="2" charset="-127"/>
            </a:endParaRPr>
          </a:p>
        </p:txBody>
      </p:sp>
      <p:pic>
        <p:nvPicPr>
          <p:cNvPr id="22" name="그림 5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01" t="21147" r="12000" b="10127"/>
          <a:stretch>
            <a:fillRect/>
          </a:stretch>
        </p:blipFill>
        <p:spPr bwMode="auto">
          <a:xfrm>
            <a:off x="8110690" y="5546234"/>
            <a:ext cx="409270" cy="388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" name="그림 5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1269" y="3780374"/>
            <a:ext cx="280987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직사각형 24"/>
          <p:cNvSpPr/>
          <p:nvPr/>
        </p:nvSpPr>
        <p:spPr bwMode="auto">
          <a:xfrm>
            <a:off x="7734147" y="1879315"/>
            <a:ext cx="982013" cy="450887"/>
          </a:xfrm>
          <a:prstGeom prst="rect">
            <a:avLst/>
          </a:prstGeom>
          <a:solidFill>
            <a:srgbClr val="9AD2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100" b="1" spc="-100" dirty="0">
                <a:ln w="0"/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</a:rPr>
              <a:t>교수실</a:t>
            </a:r>
            <a:endParaRPr lang="en-US" altLang="ko-KR" sz="1100" b="1" spc="-100" dirty="0">
              <a:ln w="0"/>
              <a:solidFill>
                <a:schemeClr val="tx1"/>
              </a:solidFill>
              <a:latin typeface="Pretendard SemiBold" panose="02000703000000020004" pitchFamily="2" charset="-127"/>
              <a:ea typeface="Pretendard SemiBold" panose="02000703000000020004" pitchFamily="2" charset="-127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800" spc="-100" dirty="0">
                <a:ln w="0"/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</a:rPr>
              <a:t>Professor’s Room</a:t>
            </a:r>
            <a:endParaRPr lang="ko-KR" altLang="en-US" sz="800" spc="-100" dirty="0">
              <a:ln w="0"/>
              <a:solidFill>
                <a:schemeClr val="tx1"/>
              </a:solidFill>
              <a:latin typeface="Pretendard SemiBold" panose="02000703000000020004" pitchFamily="2" charset="-127"/>
              <a:ea typeface="Pretendard SemiBold" panose="02000703000000020004" pitchFamily="2" charset="-127"/>
            </a:endParaRPr>
          </a:p>
        </p:txBody>
      </p:sp>
      <p:sp>
        <p:nvSpPr>
          <p:cNvPr id="26" name="직사각형 25"/>
          <p:cNvSpPr/>
          <p:nvPr/>
        </p:nvSpPr>
        <p:spPr bwMode="auto">
          <a:xfrm>
            <a:off x="2073394" y="2874388"/>
            <a:ext cx="1058862" cy="246063"/>
          </a:xfrm>
          <a:prstGeom prst="rect">
            <a:avLst/>
          </a:prstGeom>
          <a:solidFill>
            <a:srgbClr val="9AD2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100" b="1" spc="-100" dirty="0" err="1">
                <a:ln w="0"/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</a:rPr>
              <a:t>강사대기실</a:t>
            </a:r>
            <a:endParaRPr lang="en-US" altLang="ko-KR" sz="1100" b="1" spc="-100" dirty="0">
              <a:ln w="0"/>
              <a:solidFill>
                <a:schemeClr val="tx1"/>
              </a:solidFill>
              <a:latin typeface="Pretendard SemiBold" panose="02000703000000020004" pitchFamily="2" charset="-127"/>
              <a:ea typeface="Pretendard SemiBold" panose="02000703000000020004" pitchFamily="2" charset="-127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700" spc="-100" dirty="0">
                <a:ln w="0"/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</a:rPr>
              <a:t>Instructors’ Room</a:t>
            </a:r>
            <a:endParaRPr lang="ko-KR" altLang="en-US" sz="700" spc="-100" dirty="0">
              <a:ln w="0"/>
              <a:solidFill>
                <a:schemeClr val="tx1"/>
              </a:solidFill>
              <a:latin typeface="Pretendard SemiBold" panose="02000703000000020004" pitchFamily="2" charset="-127"/>
              <a:ea typeface="Pretendard SemiBold" panose="02000703000000020004" pitchFamily="2" charset="-127"/>
            </a:endParaRPr>
          </a:p>
        </p:txBody>
      </p:sp>
      <p:pic>
        <p:nvPicPr>
          <p:cNvPr id="28" name="그림 4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0697" y="2093695"/>
            <a:ext cx="3175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그림 4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5332" y="2046073"/>
            <a:ext cx="3175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" name="그림 4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6882" y="2051239"/>
            <a:ext cx="3175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" name="그림 4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2381" y="3276571"/>
            <a:ext cx="3175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" name="그림 5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5214" y="3399479"/>
            <a:ext cx="280987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" name="그림 4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5412" y="4215638"/>
            <a:ext cx="3175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2" name="그림 4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7882" y="3652580"/>
            <a:ext cx="3175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" name="그림 4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4400" y="4425141"/>
            <a:ext cx="3175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" name="그림 4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9753" y="5647519"/>
            <a:ext cx="3175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" name="그림 4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7196" y="5708898"/>
            <a:ext cx="3175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6" name="직선 화살표 연결선 45"/>
          <p:cNvCxnSpPr/>
          <p:nvPr/>
        </p:nvCxnSpPr>
        <p:spPr>
          <a:xfrm flipH="1">
            <a:off x="3535445" y="3088620"/>
            <a:ext cx="13390" cy="2620278"/>
          </a:xfrm>
          <a:prstGeom prst="straightConnector1">
            <a:avLst/>
          </a:prstGeom>
          <a:ln w="50800">
            <a:solidFill>
              <a:srgbClr val="00B050"/>
            </a:solidFill>
            <a:headEnd w="med" len="med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7" name="직선 화살표 연결선 46"/>
          <p:cNvCxnSpPr/>
          <p:nvPr/>
        </p:nvCxnSpPr>
        <p:spPr>
          <a:xfrm flipV="1">
            <a:off x="3617243" y="5630775"/>
            <a:ext cx="4216731" cy="26861"/>
          </a:xfrm>
          <a:prstGeom prst="straightConnector1">
            <a:avLst/>
          </a:prstGeom>
          <a:ln w="50800">
            <a:solidFill>
              <a:srgbClr val="00B050"/>
            </a:solidFill>
            <a:headEnd w="med" len="med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8" name="직선 화살표 연결선 47"/>
          <p:cNvCxnSpPr/>
          <p:nvPr/>
        </p:nvCxnSpPr>
        <p:spPr>
          <a:xfrm>
            <a:off x="4367363" y="5029723"/>
            <a:ext cx="0" cy="581025"/>
          </a:xfrm>
          <a:prstGeom prst="straightConnector1">
            <a:avLst/>
          </a:prstGeom>
          <a:ln w="50800">
            <a:solidFill>
              <a:srgbClr val="00B050"/>
            </a:solidFill>
            <a:headEnd w="med" len="med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9" name="직선 화살표 연결선 48"/>
          <p:cNvCxnSpPr/>
          <p:nvPr/>
        </p:nvCxnSpPr>
        <p:spPr>
          <a:xfrm>
            <a:off x="7118503" y="5043154"/>
            <a:ext cx="0" cy="581025"/>
          </a:xfrm>
          <a:prstGeom prst="straightConnector1">
            <a:avLst/>
          </a:prstGeom>
          <a:ln w="50800">
            <a:solidFill>
              <a:srgbClr val="00B050"/>
            </a:solidFill>
            <a:headEnd w="med" len="med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0" name="직선 화살표 연결선 49"/>
          <p:cNvCxnSpPr/>
          <p:nvPr/>
        </p:nvCxnSpPr>
        <p:spPr>
          <a:xfrm flipH="1">
            <a:off x="3615946" y="3120451"/>
            <a:ext cx="4214551" cy="0"/>
          </a:xfrm>
          <a:prstGeom prst="straightConnector1">
            <a:avLst/>
          </a:prstGeom>
          <a:ln w="50800">
            <a:solidFill>
              <a:srgbClr val="00B050"/>
            </a:solidFill>
            <a:headEnd type="triangle" w="med" len="med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1" name="직선 화살표 연결선 50"/>
          <p:cNvCxnSpPr/>
          <p:nvPr/>
        </p:nvCxnSpPr>
        <p:spPr>
          <a:xfrm>
            <a:off x="7385891" y="2507595"/>
            <a:ext cx="0" cy="581025"/>
          </a:xfrm>
          <a:prstGeom prst="straightConnector1">
            <a:avLst/>
          </a:prstGeom>
          <a:ln w="50800">
            <a:solidFill>
              <a:srgbClr val="00B050"/>
            </a:solidFill>
            <a:headEnd w="med" len="med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2" name="직선 화살표 연결선 51"/>
          <p:cNvCxnSpPr/>
          <p:nvPr/>
        </p:nvCxnSpPr>
        <p:spPr>
          <a:xfrm>
            <a:off x="4729447" y="2522320"/>
            <a:ext cx="0" cy="581025"/>
          </a:xfrm>
          <a:prstGeom prst="straightConnector1">
            <a:avLst/>
          </a:prstGeom>
          <a:ln w="50800">
            <a:solidFill>
              <a:srgbClr val="00B050"/>
            </a:solidFill>
            <a:headEnd w="med" len="med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3" name="직선 화살표 연결선 52"/>
          <p:cNvCxnSpPr/>
          <p:nvPr/>
        </p:nvCxnSpPr>
        <p:spPr>
          <a:xfrm flipV="1">
            <a:off x="7056160" y="3170773"/>
            <a:ext cx="0" cy="609600"/>
          </a:xfrm>
          <a:prstGeom prst="straightConnector1">
            <a:avLst/>
          </a:prstGeom>
          <a:ln w="50800">
            <a:solidFill>
              <a:srgbClr val="00B050"/>
            </a:solidFill>
            <a:headEnd w="med" len="med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4" name="직선 화살표 연결선 53"/>
          <p:cNvCxnSpPr/>
          <p:nvPr/>
        </p:nvCxnSpPr>
        <p:spPr>
          <a:xfrm flipV="1">
            <a:off x="4349701" y="3170773"/>
            <a:ext cx="0" cy="609600"/>
          </a:xfrm>
          <a:prstGeom prst="straightConnector1">
            <a:avLst/>
          </a:prstGeom>
          <a:ln w="50800">
            <a:solidFill>
              <a:srgbClr val="00B050"/>
            </a:solidFill>
            <a:headEnd w="med" len="med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9" name="직선 화살표 연결선 58"/>
          <p:cNvCxnSpPr/>
          <p:nvPr/>
        </p:nvCxnSpPr>
        <p:spPr bwMode="auto">
          <a:xfrm flipH="1" flipV="1">
            <a:off x="7843927" y="5276419"/>
            <a:ext cx="6350" cy="354356"/>
          </a:xfrm>
          <a:prstGeom prst="straightConnector1">
            <a:avLst/>
          </a:prstGeom>
          <a:ln w="57150">
            <a:solidFill>
              <a:srgbClr val="00B050"/>
            </a:solidFill>
            <a:headEnd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0" name="직선 화살표 연결선 59"/>
          <p:cNvCxnSpPr/>
          <p:nvPr/>
        </p:nvCxnSpPr>
        <p:spPr bwMode="auto">
          <a:xfrm rot="5400000" flipV="1">
            <a:off x="8062208" y="5069250"/>
            <a:ext cx="3175" cy="465137"/>
          </a:xfrm>
          <a:prstGeom prst="straightConnector1">
            <a:avLst/>
          </a:prstGeom>
          <a:ln w="57150">
            <a:solidFill>
              <a:srgbClr val="00B050"/>
            </a:solidFill>
            <a:headEnd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2" name="직선 화살표 연결선 61"/>
          <p:cNvCxnSpPr/>
          <p:nvPr/>
        </p:nvCxnSpPr>
        <p:spPr>
          <a:xfrm>
            <a:off x="7778503" y="2442508"/>
            <a:ext cx="62878" cy="2889166"/>
          </a:xfrm>
          <a:prstGeom prst="straightConnector1">
            <a:avLst/>
          </a:prstGeom>
          <a:ln w="50800">
            <a:solidFill>
              <a:srgbClr val="00B050"/>
            </a:solidFill>
            <a:headEnd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5" name="직선 화살표 연결선 64"/>
          <p:cNvCxnSpPr/>
          <p:nvPr/>
        </p:nvCxnSpPr>
        <p:spPr>
          <a:xfrm>
            <a:off x="8315325" y="5276419"/>
            <a:ext cx="0" cy="314324"/>
          </a:xfrm>
          <a:prstGeom prst="straightConnector1">
            <a:avLst/>
          </a:prstGeom>
          <a:ln w="50800">
            <a:solidFill>
              <a:srgbClr val="00B050"/>
            </a:solidFill>
            <a:headEnd w="med" len="med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7" name="직선 화살표 연결선 66"/>
          <p:cNvCxnSpPr>
            <a:endCxn id="22" idx="0"/>
          </p:cNvCxnSpPr>
          <p:nvPr/>
        </p:nvCxnSpPr>
        <p:spPr>
          <a:xfrm flipH="1">
            <a:off x="8315325" y="4082918"/>
            <a:ext cx="920501" cy="1463316"/>
          </a:xfrm>
          <a:prstGeom prst="straightConnector1">
            <a:avLst/>
          </a:prstGeom>
          <a:ln w="50800">
            <a:solidFill>
              <a:srgbClr val="00B050"/>
            </a:solidFill>
            <a:headEnd w="med" len="med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2" name="그룹 1">
            <a:extLst>
              <a:ext uri="{FF2B5EF4-FFF2-40B4-BE49-F238E27FC236}">
                <a16:creationId xmlns:a16="http://schemas.microsoft.com/office/drawing/2014/main" id="{9ACD8C7A-E545-F5C4-EF16-F691C0DD2792}"/>
              </a:ext>
            </a:extLst>
          </p:cNvPr>
          <p:cNvGrpSpPr>
            <a:grpSpLocks/>
          </p:cNvGrpSpPr>
          <p:nvPr/>
        </p:nvGrpSpPr>
        <p:grpSpPr bwMode="auto">
          <a:xfrm>
            <a:off x="10360814" y="4437707"/>
            <a:ext cx="1419225" cy="1838325"/>
            <a:chOff x="179388" y="4292600"/>
            <a:chExt cx="1419225" cy="1838325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C23C8AD7-5383-309F-75C8-EF60B7A534D3}"/>
                </a:ext>
              </a:extLst>
            </p:cNvPr>
            <p:cNvSpPr txBox="1"/>
            <p:nvPr/>
          </p:nvSpPr>
          <p:spPr>
            <a:xfrm>
              <a:off x="492125" y="4405313"/>
              <a:ext cx="1098550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ctr" eaLnBrk="1" latinLnBrk="1" hangingPunct="1">
                <a:defRPr/>
              </a:pPr>
              <a:r>
                <a:rPr lang="ko-KR" altLang="en-US" sz="2000" spc="-100" dirty="0">
                  <a:solidFill>
                    <a:srgbClr val="C0504D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</a:rPr>
                <a:t>소화기</a:t>
              </a:r>
            </a:p>
          </p:txBody>
        </p:sp>
        <p:pic>
          <p:nvPicPr>
            <p:cNvPr id="4" name="그림 32">
              <a:extLst>
                <a:ext uri="{FF2B5EF4-FFF2-40B4-BE49-F238E27FC236}">
                  <a16:creationId xmlns:a16="http://schemas.microsoft.com/office/drawing/2014/main" id="{8604E84E-B33B-E85A-A464-230CBF81293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4475" y="4292600"/>
              <a:ext cx="411163" cy="5857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" name="그림 33">
              <a:extLst>
                <a:ext uri="{FF2B5EF4-FFF2-40B4-BE49-F238E27FC236}">
                  <a16:creationId xmlns:a16="http://schemas.microsoft.com/office/drawing/2014/main" id="{FA5ACDBF-D8EB-2D6E-210F-A38897892F2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9388" y="5049463"/>
              <a:ext cx="419100" cy="41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B4E92CB-C2EE-E518-75F9-38B0AA8E5FDE}"/>
                </a:ext>
              </a:extLst>
            </p:cNvPr>
            <p:cNvSpPr txBox="1"/>
            <p:nvPr/>
          </p:nvSpPr>
          <p:spPr>
            <a:xfrm>
              <a:off x="492125" y="5039938"/>
              <a:ext cx="1098550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ctr" eaLnBrk="1" latinLnBrk="1" hangingPunct="1">
                <a:defRPr/>
              </a:pPr>
              <a:r>
                <a:rPr lang="ko-KR" altLang="en-US" sz="2000" spc="-100" dirty="0">
                  <a:solidFill>
                    <a:srgbClr val="C0504D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</a:rPr>
                <a:t>소화전</a:t>
              </a:r>
            </a:p>
          </p:txBody>
        </p:sp>
        <p:pic>
          <p:nvPicPr>
            <p:cNvPr id="9" name="그림 2">
              <a:extLst>
                <a:ext uri="{FF2B5EF4-FFF2-40B4-BE49-F238E27FC236}">
                  <a16:creationId xmlns:a16="http://schemas.microsoft.com/office/drawing/2014/main" id="{E53E5C62-3D5B-AF42-E546-CF0DF8FC4A4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001" t="21147" r="12000" b="10127"/>
            <a:stretch>
              <a:fillRect/>
            </a:stretch>
          </p:blipFill>
          <p:spPr bwMode="auto">
            <a:xfrm>
              <a:off x="179388" y="5727700"/>
              <a:ext cx="403225" cy="403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47AB157-9621-C95B-C847-7E3406E5ED9D}"/>
                </a:ext>
              </a:extLst>
            </p:cNvPr>
            <p:cNvSpPr txBox="1"/>
            <p:nvPr/>
          </p:nvSpPr>
          <p:spPr>
            <a:xfrm>
              <a:off x="500063" y="5692775"/>
              <a:ext cx="1098550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ctr" eaLnBrk="1" latinLnBrk="1" hangingPunct="1">
                <a:defRPr/>
              </a:pPr>
              <a:r>
                <a:rPr lang="ko-KR" altLang="en-US" sz="2000" spc="-100" dirty="0">
                  <a:solidFill>
                    <a:srgbClr val="C0504D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</a:rPr>
                <a:t>비상구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015483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슬라이드 번호 개체 틀 16">
            <a:extLst>
              <a:ext uri="{FF2B5EF4-FFF2-40B4-BE49-F238E27FC236}">
                <a16:creationId xmlns:a16="http://schemas.microsoft.com/office/drawing/2014/main" id="{C6AD4761-B677-7D1A-C6D0-02A5AEFB00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9ADAF8-EB0A-4AD9-90D7-E41C7CA590E1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ea typeface="Pretendard" panose="02000503000000020004" pitchFamily="2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BA51D2-09B2-B68E-0181-A2CFE5DC945B}"/>
              </a:ext>
            </a:extLst>
          </p:cNvPr>
          <p:cNvSpPr txBox="1"/>
          <p:nvPr/>
        </p:nvSpPr>
        <p:spPr>
          <a:xfrm>
            <a:off x="956951" y="423105"/>
            <a:ext cx="39023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-150" normalizeH="0" baseline="0">
                <a:ln>
                  <a:noFill/>
                </a:ln>
                <a:gradFill>
                  <a:gsLst>
                    <a:gs pos="0">
                      <a:srgbClr val="083874"/>
                    </a:gs>
                    <a:gs pos="100000">
                      <a:srgbClr val="083874"/>
                    </a:gs>
                  </a:gsLst>
                  <a:lin ang="16200000" scaled="1"/>
                </a:gradFill>
                <a:effectLst>
                  <a:innerShdw blurRad="127000" dist="50800" dir="13500000">
                    <a:prstClr val="black">
                      <a:alpha val="50000"/>
                    </a:prstClr>
                  </a:innerShdw>
                </a:effectLst>
                <a:uLnTx/>
                <a:uFillTx/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defRPr>
            </a:lvl1pPr>
          </a:lstStyle>
          <a:p>
            <a:r>
              <a:rPr lang="ko-KR" altLang="en-US"/>
              <a:t>비상시 대피로</a:t>
            </a:r>
            <a:r>
              <a:rPr lang="en-US" altLang="ko-KR" dirty="0"/>
              <a:t>(</a:t>
            </a:r>
            <a:r>
              <a:rPr lang="en-US" altLang="ko-KR"/>
              <a:t>1</a:t>
            </a:r>
            <a:r>
              <a:rPr lang="ko-KR" altLang="en-US"/>
              <a:t>층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F4E0CF8-D3AF-A993-C18E-F87885CCE574}"/>
              </a:ext>
            </a:extLst>
          </p:cNvPr>
          <p:cNvSpPr txBox="1"/>
          <p:nvPr/>
        </p:nvSpPr>
        <p:spPr>
          <a:xfrm>
            <a:off x="380811" y="484660"/>
            <a:ext cx="5661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pc="-15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16200000" scaled="1"/>
                </a:gra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05</a:t>
            </a:r>
            <a:endParaRPr lang="ko-KR" altLang="en-US" sz="2800" spc="-150" dirty="0"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lin ang="16200000" scaled="1"/>
              </a:gra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0BA6486-924C-7A49-5964-00EC09294F0E}"/>
              </a:ext>
            </a:extLst>
          </p:cNvPr>
          <p:cNvSpPr txBox="1"/>
          <p:nvPr/>
        </p:nvSpPr>
        <p:spPr>
          <a:xfrm>
            <a:off x="4367363" y="246479"/>
            <a:ext cx="6058538" cy="7969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R="0" lvl="0" indent="0" algn="ctr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gradFill>
                  <a:gsLst>
                    <a:gs pos="100000">
                      <a:srgbClr val="134499"/>
                    </a:gs>
                    <a:gs pos="0">
                      <a:srgbClr val="134499"/>
                    </a:gs>
                  </a:gsLst>
                  <a:lin ang="5400000" scaled="1"/>
                </a:gra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defRPr>
            </a:lvl1pPr>
          </a:lstStyle>
          <a:p>
            <a:r>
              <a:rPr lang="ko-KR" altLang="en-US"/>
              <a:t>화재</a:t>
            </a:r>
            <a:r>
              <a:rPr lang="en-US" altLang="ko-KR" dirty="0"/>
              <a:t>/</a:t>
            </a:r>
            <a:r>
              <a:rPr lang="ko-KR" altLang="en-US"/>
              <a:t>구급 신고</a:t>
            </a:r>
            <a:endParaRPr lang="en-US" altLang="ko-KR" dirty="0"/>
          </a:p>
          <a:p>
            <a:r>
              <a:rPr lang="en-US" altLang="ko-KR" dirty="0"/>
              <a:t>119 </a:t>
            </a:r>
            <a:r>
              <a:rPr lang="ko-KR" altLang="en-US"/>
              <a:t>또는 </a:t>
            </a:r>
            <a:r>
              <a:rPr lang="en-US" altLang="ko-KR" dirty="0"/>
              <a:t>02-2660-2580</a:t>
            </a:r>
            <a:endParaRPr lang="ko-KR" altLang="en-US" dirty="0"/>
          </a:p>
        </p:txBody>
      </p:sp>
      <p:pic>
        <p:nvPicPr>
          <p:cNvPr id="26" name="그래픽 26">
            <a:extLst>
              <a:ext uri="{FF2B5EF4-FFF2-40B4-BE49-F238E27FC236}">
                <a16:creationId xmlns:a16="http://schemas.microsoft.com/office/drawing/2014/main" id="{49946025-DBD3-EC99-6E70-CFC6B53BFD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87495" y="165394"/>
            <a:ext cx="275859" cy="210179"/>
          </a:xfrm>
          <a:prstGeom prst="rect">
            <a:avLst/>
          </a:prstGeom>
        </p:spPr>
      </p:pic>
      <p:pic>
        <p:nvPicPr>
          <p:cNvPr id="28" name="그래픽 27">
            <a:extLst>
              <a:ext uri="{FF2B5EF4-FFF2-40B4-BE49-F238E27FC236}">
                <a16:creationId xmlns:a16="http://schemas.microsoft.com/office/drawing/2014/main" id="{56E4EDAD-FD86-2FC2-240A-CCBB79DBD5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9036233" y="913567"/>
            <a:ext cx="275859" cy="210179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D2C1397B-DCDC-69C8-F376-DA1CC86CEC19}"/>
              </a:ext>
            </a:extLst>
          </p:cNvPr>
          <p:cNvSpPr/>
          <p:nvPr/>
        </p:nvSpPr>
        <p:spPr>
          <a:xfrm>
            <a:off x="2377440" y="1745673"/>
            <a:ext cx="7713763" cy="4975802"/>
          </a:xfrm>
          <a:prstGeom prst="rect">
            <a:avLst/>
          </a:prstGeom>
          <a:pattFill prst="dotGrid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 Medium" panose="02000603000000020004" pitchFamily="2" charset="-127"/>
              <a:ea typeface="Pretendard Medium" panose="02000603000000020004" pitchFamily="2" charset="-127"/>
              <a:cs typeface="+mn-cs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1675758" y="1288536"/>
            <a:ext cx="8062158" cy="5250376"/>
            <a:chOff x="1675758" y="1288536"/>
            <a:chExt cx="8062158" cy="5250376"/>
          </a:xfrm>
        </p:grpSpPr>
        <p:sp>
          <p:nvSpPr>
            <p:cNvPr id="20" name="사각형: 둥근 모서리 11">
              <a:extLst>
                <a:ext uri="{FF2B5EF4-FFF2-40B4-BE49-F238E27FC236}">
                  <a16:creationId xmlns:a16="http://schemas.microsoft.com/office/drawing/2014/main" id="{BFB8114B-3EDA-2324-8D48-2448527EF33D}"/>
                </a:ext>
              </a:extLst>
            </p:cNvPr>
            <p:cNvSpPr/>
            <p:nvPr/>
          </p:nvSpPr>
          <p:spPr>
            <a:xfrm>
              <a:off x="1675758" y="1288536"/>
              <a:ext cx="8062158" cy="5250376"/>
            </a:xfrm>
            <a:prstGeom prst="roundRect">
              <a:avLst>
                <a:gd name="adj" fmla="val 0"/>
              </a:avLst>
            </a:prstGeom>
            <a:blipFill>
              <a:blip r:embed="rId4"/>
              <a:stretch>
                <a:fillRect/>
              </a:stretch>
            </a:blipFill>
            <a:ln>
              <a:solidFill>
                <a:srgbClr val="07346D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90000" rIns="90000" bIns="90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3051"/>
                </a:buClr>
                <a:buSzPct val="100000"/>
                <a:buFontTx/>
                <a:buNone/>
                <a:tabLst/>
                <a:defRPr/>
              </a:pPr>
              <a:endParaRPr kumimoji="0" lang="en-US" altLang="ko-KR" sz="1600" b="0" i="0" u="none" strike="noStrike" kern="1200" cap="none" spc="-70" normalizeH="0" baseline="0" noProof="0" dirty="0">
                <a:ln>
                  <a:noFill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+mn-cs"/>
              </a:endParaRPr>
            </a:p>
            <a:p>
              <a:pPr marL="180975" marR="0" lvl="0" indent="-180975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3051"/>
                </a:buClr>
                <a:buSzPct val="10000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altLang="ko-KR" sz="1600" b="0" i="0" u="none" strike="noStrike" kern="1200" cap="none" spc="-70" normalizeH="0" baseline="0" noProof="0" dirty="0">
                <a:ln>
                  <a:noFill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+mn-cs"/>
              </a:endParaRPr>
            </a:p>
            <a:p>
              <a:pPr marL="180975" marR="0" lvl="0" indent="-180975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3051"/>
                </a:buClr>
                <a:buSzPct val="100000"/>
                <a:buFont typeface="Arial" panose="020B0604020202020204" pitchFamily="34" charset="0"/>
                <a:buChar char="•"/>
                <a:tabLst/>
                <a:defRPr/>
              </a:pPr>
              <a:endParaRPr kumimoji="0" lang="ko-KR" altLang="en-US" sz="1600" b="0" i="0" u="none" strike="noStrike" kern="1200" cap="none" spc="-70" normalizeH="0" baseline="0" noProof="0" dirty="0">
                <a:ln>
                  <a:noFill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+mn-cs"/>
              </a:endParaRPr>
            </a:p>
          </p:txBody>
        </p:sp>
        <p:sp>
          <p:nvSpPr>
            <p:cNvPr id="21" name="직사각형 20"/>
            <p:cNvSpPr/>
            <p:nvPr/>
          </p:nvSpPr>
          <p:spPr bwMode="auto">
            <a:xfrm>
              <a:off x="2082108" y="3151325"/>
              <a:ext cx="1105709" cy="452438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>
                <a:latin typeface="나눔스퀘어_ac ExtraBold" panose="020B0600000101010101" pitchFamily="50" charset="-127"/>
                <a:ea typeface="나눔스퀘어_ac ExtraBold" panose="020B0600000101010101" pitchFamily="50" charset="-127"/>
              </a:endParaRPr>
            </a:p>
          </p:txBody>
        </p:sp>
        <p:sp>
          <p:nvSpPr>
            <p:cNvPr id="22" name="직사각형 21"/>
            <p:cNvSpPr/>
            <p:nvPr/>
          </p:nvSpPr>
          <p:spPr bwMode="auto">
            <a:xfrm>
              <a:off x="7230716" y="4681790"/>
              <a:ext cx="1330325" cy="382587"/>
            </a:xfrm>
            <a:prstGeom prst="rect">
              <a:avLst/>
            </a:prstGeom>
            <a:solidFill>
              <a:srgbClr val="9AD2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나눔스퀘어_ac ExtraBold" panose="020B0600000101010101" pitchFamily="50" charset="-127"/>
                <a:ea typeface="나눔스퀘어_ac ExtraBold" panose="020B0600000101010101" pitchFamily="50" charset="-127"/>
              </a:endParaRPr>
            </a:p>
          </p:txBody>
        </p:sp>
        <p:sp>
          <p:nvSpPr>
            <p:cNvPr id="23" name="직사각형 22"/>
            <p:cNvSpPr/>
            <p:nvPr/>
          </p:nvSpPr>
          <p:spPr bwMode="auto">
            <a:xfrm>
              <a:off x="7426152" y="5667962"/>
              <a:ext cx="1328738" cy="381000"/>
            </a:xfrm>
            <a:prstGeom prst="rect">
              <a:avLst/>
            </a:prstGeom>
            <a:solidFill>
              <a:srgbClr val="F6C8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나눔스퀘어_ac ExtraBold" panose="020B0600000101010101" pitchFamily="50" charset="-127"/>
                <a:ea typeface="나눔스퀘어_ac ExtraBold" panose="020B0600000101010101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051503" y="5618749"/>
              <a:ext cx="1204913" cy="43021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1100" spc="-100" dirty="0">
                  <a:ln w="0"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휴게실</a:t>
              </a:r>
              <a:endParaRPr lang="en-US" altLang="ko-KR" sz="1100" spc="-100" dirty="0">
                <a:ln w="0"/>
                <a:latin typeface="Pretendard SemiBold" panose="02000703000000020004" pitchFamily="2" charset="-127"/>
                <a:ea typeface="Pretendard SemiBold" panose="02000703000000020004" pitchFamily="2" charset="-127"/>
              </a:endParaRPr>
            </a:p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1100" spc="-100" dirty="0">
                  <a:ln w="0"/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Lounge</a:t>
              </a:r>
            </a:p>
          </p:txBody>
        </p:sp>
        <p:cxnSp>
          <p:nvCxnSpPr>
            <p:cNvPr id="30" name="직선 연결선 29"/>
            <p:cNvCxnSpPr/>
            <p:nvPr/>
          </p:nvCxnSpPr>
          <p:spPr>
            <a:xfrm>
              <a:off x="8499041" y="5539299"/>
              <a:ext cx="0" cy="562050"/>
            </a:xfrm>
            <a:prstGeom prst="line">
              <a:avLst/>
            </a:prstGeom>
            <a:ln>
              <a:solidFill>
                <a:srgbClr val="EA7EA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직사각형 38"/>
          <p:cNvSpPr/>
          <p:nvPr/>
        </p:nvSpPr>
        <p:spPr bwMode="auto">
          <a:xfrm>
            <a:off x="5431284" y="4694188"/>
            <a:ext cx="4929187" cy="43180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100" spc="-100" dirty="0">
                <a:ln w="0"/>
                <a:latin typeface="Pretendard SemiBold" panose="02000703000000020004" pitchFamily="2" charset="-127"/>
                <a:ea typeface="Pretendard SemiBold" panose="02000703000000020004" pitchFamily="2" charset="-127"/>
              </a:rPr>
              <a:t>온라인강의실</a:t>
            </a:r>
            <a:endParaRPr lang="en-US" altLang="ko-KR" sz="1100" spc="-100" dirty="0">
              <a:ln w="0"/>
              <a:latin typeface="Pretendard SemiBold" panose="02000703000000020004" pitchFamily="2" charset="-127"/>
              <a:ea typeface="Pretendard SemiBold" panose="02000703000000020004" pitchFamily="2" charset="-127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100" spc="-100" dirty="0">
                <a:ln w="0"/>
                <a:latin typeface="Pretendard SemiBold" panose="02000703000000020004" pitchFamily="2" charset="-127"/>
                <a:ea typeface="Pretendard SemiBold" panose="02000703000000020004" pitchFamily="2" charset="-127"/>
              </a:rPr>
              <a:t>Online Studio</a:t>
            </a:r>
            <a:endParaRPr lang="ko-KR" altLang="en-US" sz="1100" spc="-100" dirty="0">
              <a:ln w="0"/>
              <a:latin typeface="Pretendard SemiBold" panose="02000703000000020004" pitchFamily="2" charset="-127"/>
              <a:ea typeface="Pretendard SemiBold" panose="02000703000000020004" pitchFamily="2" charset="-127"/>
            </a:endParaRPr>
          </a:p>
        </p:txBody>
      </p:sp>
      <p:pic>
        <p:nvPicPr>
          <p:cNvPr id="40" name="그림 5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01" t="21147" r="12000" b="10127"/>
          <a:stretch>
            <a:fillRect/>
          </a:stretch>
        </p:blipFill>
        <p:spPr bwMode="auto">
          <a:xfrm>
            <a:off x="1669775" y="3714967"/>
            <a:ext cx="418238" cy="3975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" name="그림 5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01" t="21147" r="12000" b="10127"/>
          <a:stretch>
            <a:fillRect/>
          </a:stretch>
        </p:blipFill>
        <p:spPr bwMode="auto">
          <a:xfrm>
            <a:off x="9287203" y="3803913"/>
            <a:ext cx="418238" cy="3975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2" name="직선 화살표 연결선 41"/>
          <p:cNvCxnSpPr/>
          <p:nvPr/>
        </p:nvCxnSpPr>
        <p:spPr>
          <a:xfrm flipH="1" flipV="1">
            <a:off x="2082109" y="3984517"/>
            <a:ext cx="7205094" cy="33810"/>
          </a:xfrm>
          <a:prstGeom prst="straightConnector1">
            <a:avLst/>
          </a:prstGeom>
          <a:ln w="50800">
            <a:solidFill>
              <a:srgbClr val="00B050"/>
            </a:solidFill>
            <a:headEnd type="triangle" w="med" len="med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3" name="직선 화살표 연결선 42"/>
          <p:cNvCxnSpPr/>
          <p:nvPr/>
        </p:nvCxnSpPr>
        <p:spPr>
          <a:xfrm>
            <a:off x="5702570" y="3403492"/>
            <a:ext cx="0" cy="581025"/>
          </a:xfrm>
          <a:prstGeom prst="straightConnector1">
            <a:avLst/>
          </a:prstGeom>
          <a:ln w="50800">
            <a:solidFill>
              <a:srgbClr val="00B050"/>
            </a:solidFill>
            <a:headEnd w="med" len="med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4" name="직선 화살표 연결선 43"/>
          <p:cNvCxnSpPr/>
          <p:nvPr/>
        </p:nvCxnSpPr>
        <p:spPr>
          <a:xfrm>
            <a:off x="6643535" y="3403492"/>
            <a:ext cx="0" cy="581025"/>
          </a:xfrm>
          <a:prstGeom prst="straightConnector1">
            <a:avLst/>
          </a:prstGeom>
          <a:ln w="50800">
            <a:solidFill>
              <a:srgbClr val="00B050"/>
            </a:solidFill>
            <a:headEnd w="med" len="med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5" name="직선 화살표 연결선 44"/>
          <p:cNvCxnSpPr/>
          <p:nvPr/>
        </p:nvCxnSpPr>
        <p:spPr>
          <a:xfrm>
            <a:off x="3406078" y="2407640"/>
            <a:ext cx="7537" cy="1576877"/>
          </a:xfrm>
          <a:prstGeom prst="straightConnector1">
            <a:avLst/>
          </a:prstGeom>
          <a:ln w="50800">
            <a:solidFill>
              <a:srgbClr val="00B050"/>
            </a:solidFill>
            <a:headEnd w="med" len="med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6" name="직선 화살표 연결선 45"/>
          <p:cNvCxnSpPr/>
          <p:nvPr/>
        </p:nvCxnSpPr>
        <p:spPr>
          <a:xfrm flipH="1" flipV="1">
            <a:off x="6057157" y="4660378"/>
            <a:ext cx="586378" cy="13260"/>
          </a:xfrm>
          <a:prstGeom prst="straightConnector1">
            <a:avLst/>
          </a:prstGeom>
          <a:ln w="50800">
            <a:solidFill>
              <a:srgbClr val="00B050"/>
            </a:solidFill>
            <a:headEnd w="med" len="med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7" name="직선 화살표 연결선 46"/>
          <p:cNvCxnSpPr/>
          <p:nvPr/>
        </p:nvCxnSpPr>
        <p:spPr>
          <a:xfrm flipH="1" flipV="1">
            <a:off x="6049239" y="5605489"/>
            <a:ext cx="586378" cy="13260"/>
          </a:xfrm>
          <a:prstGeom prst="straightConnector1">
            <a:avLst/>
          </a:prstGeom>
          <a:ln w="50800">
            <a:solidFill>
              <a:srgbClr val="00B050"/>
            </a:solidFill>
            <a:headEnd w="med" len="med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8" name="직선 화살표 연결선 47"/>
          <p:cNvCxnSpPr/>
          <p:nvPr/>
        </p:nvCxnSpPr>
        <p:spPr>
          <a:xfrm flipV="1">
            <a:off x="5982471" y="4039297"/>
            <a:ext cx="20229" cy="1667572"/>
          </a:xfrm>
          <a:prstGeom prst="straightConnector1">
            <a:avLst/>
          </a:prstGeom>
          <a:ln w="50800">
            <a:solidFill>
              <a:srgbClr val="00B050"/>
            </a:solidFill>
            <a:headEnd w="med" len="med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49" name="그룹 1"/>
          <p:cNvGrpSpPr>
            <a:grpSpLocks/>
          </p:cNvGrpSpPr>
          <p:nvPr/>
        </p:nvGrpSpPr>
        <p:grpSpPr bwMode="auto">
          <a:xfrm>
            <a:off x="10360814" y="4437707"/>
            <a:ext cx="1419225" cy="1838325"/>
            <a:chOff x="179388" y="4292600"/>
            <a:chExt cx="1419225" cy="1838325"/>
          </a:xfrm>
        </p:grpSpPr>
        <p:sp>
          <p:nvSpPr>
            <p:cNvPr id="50" name="TextBox 49"/>
            <p:cNvSpPr txBox="1"/>
            <p:nvPr/>
          </p:nvSpPr>
          <p:spPr>
            <a:xfrm>
              <a:off x="492125" y="4405313"/>
              <a:ext cx="1098550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ctr" eaLnBrk="1" latinLnBrk="1" hangingPunct="1">
                <a:defRPr/>
              </a:pPr>
              <a:r>
                <a:rPr lang="ko-KR" altLang="en-US" sz="2000" spc="-100" dirty="0">
                  <a:solidFill>
                    <a:srgbClr val="C0504D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</a:rPr>
                <a:t>소화기</a:t>
              </a:r>
            </a:p>
          </p:txBody>
        </p:sp>
        <p:pic>
          <p:nvPicPr>
            <p:cNvPr id="51" name="그림 32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4475" y="4292600"/>
              <a:ext cx="411163" cy="5857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2" name="그림 33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9388" y="5049463"/>
              <a:ext cx="419100" cy="41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3" name="TextBox 52"/>
            <p:cNvSpPr txBox="1"/>
            <p:nvPr/>
          </p:nvSpPr>
          <p:spPr>
            <a:xfrm>
              <a:off x="492125" y="5039938"/>
              <a:ext cx="1098550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ctr" eaLnBrk="1" latinLnBrk="1" hangingPunct="1">
                <a:defRPr/>
              </a:pPr>
              <a:r>
                <a:rPr lang="ko-KR" altLang="en-US" sz="2000" spc="-100" dirty="0">
                  <a:solidFill>
                    <a:srgbClr val="C0504D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</a:rPr>
                <a:t>소화전</a:t>
              </a:r>
            </a:p>
          </p:txBody>
        </p:sp>
        <p:pic>
          <p:nvPicPr>
            <p:cNvPr id="54" name="그림 2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001" t="21147" r="12000" b="10127"/>
            <a:stretch>
              <a:fillRect/>
            </a:stretch>
          </p:blipFill>
          <p:spPr bwMode="auto">
            <a:xfrm>
              <a:off x="179388" y="5727700"/>
              <a:ext cx="403225" cy="403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5" name="TextBox 54"/>
            <p:cNvSpPr txBox="1"/>
            <p:nvPr/>
          </p:nvSpPr>
          <p:spPr>
            <a:xfrm>
              <a:off x="500063" y="5692775"/>
              <a:ext cx="1098550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ctr" eaLnBrk="1" latinLnBrk="1" hangingPunct="1">
                <a:defRPr/>
              </a:pPr>
              <a:r>
                <a:rPr lang="ko-KR" altLang="en-US" sz="2000" spc="-100" dirty="0">
                  <a:solidFill>
                    <a:srgbClr val="C0504D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</a:rPr>
                <a:t>비상구</a:t>
              </a:r>
            </a:p>
          </p:txBody>
        </p:sp>
      </p:grpSp>
      <p:pic>
        <p:nvPicPr>
          <p:cNvPr id="56" name="그림 4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1045" y="5660235"/>
            <a:ext cx="3175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" name="그림 5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9239" y="5725112"/>
            <a:ext cx="280987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8" name="그림 4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3912" y="4732530"/>
            <a:ext cx="3175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" name="그림 4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3606" y="2974867"/>
            <a:ext cx="3175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" name="그림 4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8664" y="2960611"/>
            <a:ext cx="3175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" name="그림 5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9301" y="1403670"/>
            <a:ext cx="280987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" name="그림 4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4617" y="2960611"/>
            <a:ext cx="3175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3" name="그림 4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8374" y="4287877"/>
            <a:ext cx="317500" cy="364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" name="그림 4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4250" y="5064377"/>
            <a:ext cx="317500" cy="3655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5" name="직선 화살표 연결선 64"/>
          <p:cNvCxnSpPr/>
          <p:nvPr/>
        </p:nvCxnSpPr>
        <p:spPr>
          <a:xfrm flipV="1">
            <a:off x="2502550" y="3990923"/>
            <a:ext cx="20229" cy="1667572"/>
          </a:xfrm>
          <a:prstGeom prst="straightConnector1">
            <a:avLst/>
          </a:prstGeom>
          <a:ln w="50800">
            <a:solidFill>
              <a:srgbClr val="00B050"/>
            </a:solidFill>
            <a:headEnd w="med" len="med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6" name="직선 화살표 연결선 65"/>
          <p:cNvCxnSpPr/>
          <p:nvPr/>
        </p:nvCxnSpPr>
        <p:spPr>
          <a:xfrm flipH="1">
            <a:off x="2512664" y="4673638"/>
            <a:ext cx="1367006" cy="0"/>
          </a:xfrm>
          <a:prstGeom prst="straightConnector1">
            <a:avLst/>
          </a:prstGeom>
          <a:ln w="50800">
            <a:solidFill>
              <a:srgbClr val="00B050"/>
            </a:solidFill>
            <a:headEnd w="med" len="med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8" name="직선 화살표 연결선 67"/>
          <p:cNvCxnSpPr/>
          <p:nvPr/>
        </p:nvCxnSpPr>
        <p:spPr>
          <a:xfrm flipH="1" flipV="1">
            <a:off x="3340746" y="5338248"/>
            <a:ext cx="586378" cy="13260"/>
          </a:xfrm>
          <a:prstGeom prst="straightConnector1">
            <a:avLst/>
          </a:prstGeom>
          <a:ln w="50800">
            <a:solidFill>
              <a:srgbClr val="00B050"/>
            </a:solidFill>
            <a:headEnd w="med" len="med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9" name="직선 화살표 연결선 68"/>
          <p:cNvCxnSpPr/>
          <p:nvPr/>
        </p:nvCxnSpPr>
        <p:spPr>
          <a:xfrm flipH="1" flipV="1">
            <a:off x="3319606" y="4645635"/>
            <a:ext cx="8034" cy="705873"/>
          </a:xfrm>
          <a:prstGeom prst="straightConnector1">
            <a:avLst/>
          </a:prstGeom>
          <a:ln w="50800">
            <a:solidFill>
              <a:srgbClr val="00B050"/>
            </a:solidFill>
            <a:headEnd w="med" len="med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86798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D5444DD-D0AD-2000-3D27-4E48522F1A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9ADAF8-EB0A-4AD9-90D7-E41C7CA590E1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ea typeface="Pretendard" panose="02000503000000020004" pitchFamily="2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CA698D-03FB-1A20-A8E5-23BF0829D8B7}"/>
              </a:ext>
            </a:extLst>
          </p:cNvPr>
          <p:cNvSpPr txBox="1"/>
          <p:nvPr/>
        </p:nvSpPr>
        <p:spPr>
          <a:xfrm>
            <a:off x="956951" y="423105"/>
            <a:ext cx="79592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-150" normalizeH="0" baseline="0">
                <a:ln>
                  <a:noFill/>
                </a:ln>
                <a:gradFill>
                  <a:gsLst>
                    <a:gs pos="0">
                      <a:srgbClr val="083874"/>
                    </a:gs>
                    <a:gs pos="100000">
                      <a:srgbClr val="083874"/>
                    </a:gs>
                  </a:gsLst>
                  <a:lin ang="16200000" scaled="1"/>
                </a:gradFill>
                <a:effectLst>
                  <a:innerShdw blurRad="127000" dist="50800" dir="13500000">
                    <a:prstClr val="black">
                      <a:alpha val="50000"/>
                    </a:prstClr>
                  </a:innerShdw>
                </a:effectLst>
                <a:uLnTx/>
                <a:uFillTx/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defRPr>
            </a:lvl1pPr>
          </a:lstStyle>
          <a:p>
            <a:r>
              <a:rPr lang="ko-KR" altLang="en-US" dirty="0"/>
              <a:t>화재 시 행동요령 </a:t>
            </a:r>
            <a:r>
              <a:rPr lang="en-US" altLang="ko-KR" dirty="0"/>
              <a:t>: </a:t>
            </a:r>
            <a:r>
              <a:rPr lang="ko-KR" altLang="en-US" dirty="0"/>
              <a:t>알리고</a:t>
            </a:r>
            <a:r>
              <a:rPr lang="en-US" altLang="ko-KR" dirty="0"/>
              <a:t>, </a:t>
            </a:r>
            <a:r>
              <a:rPr lang="ko-KR" altLang="en-US" dirty="0"/>
              <a:t>신고하고</a:t>
            </a:r>
            <a:r>
              <a:rPr lang="en-US" altLang="ko-KR" dirty="0"/>
              <a:t>, </a:t>
            </a:r>
            <a:r>
              <a:rPr lang="ko-KR" altLang="en-US" dirty="0"/>
              <a:t>낮게 대피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F4E0CF8-D3AF-A993-C18E-F87885CCE574}"/>
              </a:ext>
            </a:extLst>
          </p:cNvPr>
          <p:cNvSpPr txBox="1"/>
          <p:nvPr/>
        </p:nvSpPr>
        <p:spPr>
          <a:xfrm>
            <a:off x="380811" y="484660"/>
            <a:ext cx="5709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-150" normalizeH="0" baseline="0" noProof="0" dirty="0">
                <a:ln>
                  <a:noFill/>
                </a:ln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06</a:t>
            </a:r>
            <a:endParaRPr kumimoji="0" lang="ko-KR" altLang="en-US" sz="2800" b="0" i="0" u="none" strike="noStrike" kern="1200" cap="none" spc="-150" normalizeH="0" baseline="0" noProof="0" dirty="0">
              <a:ln>
                <a:noFill/>
              </a:ln>
              <a:gradFill>
                <a:gsLst>
                  <a:gs pos="0">
                    <a:prstClr val="white"/>
                  </a:gs>
                  <a:gs pos="100000">
                    <a:prstClr val="white"/>
                  </a:gs>
                </a:gsLst>
                <a:lin ang="16200000" scaled="1"/>
              </a:gra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42CD09-F48E-22B5-4E9F-F05AFBD07566}"/>
              </a:ext>
            </a:extLst>
          </p:cNvPr>
          <p:cNvSpPr txBox="1"/>
          <p:nvPr/>
        </p:nvSpPr>
        <p:spPr>
          <a:xfrm>
            <a:off x="992811" y="141083"/>
            <a:ext cx="1890902" cy="313034"/>
          </a:xfrm>
          <a:prstGeom prst="rect">
            <a:avLst/>
          </a:prstGeom>
        </p:spPr>
        <p:txBody>
          <a:bodyPr wrap="none" lIns="0" rtlCol="0" anchor="ctr">
            <a:spAutoFit/>
          </a:bodyPr>
          <a:lstStyle/>
          <a:p>
            <a:pPr marL="69750">
              <a:lnSpc>
                <a:spcPct val="110000"/>
              </a:lnSpc>
              <a:spcBef>
                <a:spcPts val="200"/>
              </a:spcBef>
              <a:buClr>
                <a:srgbClr val="2275DD"/>
              </a:buClr>
              <a:buSzPct val="100000"/>
            </a:pPr>
            <a:r>
              <a:rPr lang="ko-KR" altLang="en-US" sz="1400" dirty="0">
                <a:solidFill>
                  <a:srgbClr val="5B789A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Noto Sans KR"/>
              </a:rPr>
              <a:t>재난 유형별 대피 및 조치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16E22E7-22C1-3337-32A1-F5435EEC1E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386" b="20386"/>
          <a:stretch>
            <a:fillRect/>
          </a:stretch>
        </p:blipFill>
        <p:spPr>
          <a:xfrm>
            <a:off x="552450" y="1219200"/>
            <a:ext cx="11087100" cy="3695700"/>
          </a:xfrm>
          <a:prstGeom prst="rect">
            <a:avLst/>
          </a:prstGeom>
        </p:spPr>
      </p:pic>
      <p:sp>
        <p:nvSpPr>
          <p:cNvPr id="7" name="step-1">
            <a:extLst>
              <a:ext uri="{FF2B5EF4-FFF2-40B4-BE49-F238E27FC236}">
                <a16:creationId xmlns:a16="http://schemas.microsoft.com/office/drawing/2014/main" id="{05730CEA-544E-D870-2831-185DB1E77B34}"/>
              </a:ext>
            </a:extLst>
          </p:cNvPr>
          <p:cNvSpPr>
            <a:spLocks noGrp="1"/>
          </p:cNvSpPr>
          <p:nvPr/>
        </p:nvSpPr>
        <p:spPr>
          <a:xfrm>
            <a:off x="552450" y="4981575"/>
            <a:ext cx="304800" cy="304800"/>
          </a:xfrm>
          <a:prstGeom prst="ellipse">
            <a:avLst/>
          </a:prstGeom>
          <a:solidFill>
            <a:srgbClr val="123B70"/>
          </a:solidFill>
          <a:ln w="0">
            <a:solidFill>
              <a:srgbClr val="123B70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Noto Sans KR"/>
              </a:rPr>
              <a:t>01</a:t>
            </a:r>
          </a:p>
        </p:txBody>
      </p:sp>
      <p:sp>
        <p:nvSpPr>
          <p:cNvPr id="8" name="step-title-1">
            <a:extLst>
              <a:ext uri="{FF2B5EF4-FFF2-40B4-BE49-F238E27FC236}">
                <a16:creationId xmlns:a16="http://schemas.microsoft.com/office/drawing/2014/main" id="{3152ACF6-364C-F0B2-0074-2ECC2100C979}"/>
              </a:ext>
            </a:extLst>
          </p:cNvPr>
          <p:cNvSpPr>
            <a:spLocks noGrp="1"/>
          </p:cNvSpPr>
          <p:nvPr/>
        </p:nvSpPr>
        <p:spPr>
          <a:xfrm>
            <a:off x="952500" y="4991100"/>
            <a:ext cx="2200275" cy="276225"/>
          </a:xfrm>
          <a:prstGeom prst="rect">
            <a:avLst/>
          </a:prstGeom>
        </p:spPr>
        <p:txBody>
          <a:bodyPr wrap="none" lIns="0" rtlCol="0" anchor="ctr">
            <a:spAutoFit/>
          </a:bodyPr>
          <a:lstStyle/>
          <a:p>
            <a:pPr marL="69750">
              <a:lnSpc>
                <a:spcPct val="110000"/>
              </a:lnSpc>
              <a:spcBef>
                <a:spcPts val="200"/>
              </a:spcBef>
              <a:buClr>
                <a:srgbClr val="2275DD"/>
              </a:buClr>
              <a:buSzPct val="100000"/>
            </a:pPr>
            <a:r>
              <a:rPr sz="1400" dirty="0" err="1">
                <a:solidFill>
                  <a:srgbClr val="123B70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알리고</a:t>
            </a:r>
            <a:r>
              <a:rPr sz="1400" dirty="0">
                <a:solidFill>
                  <a:srgbClr val="123B70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 </a:t>
            </a:r>
            <a:r>
              <a:rPr sz="1400" dirty="0" err="1">
                <a:solidFill>
                  <a:srgbClr val="123B70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경보</a:t>
            </a:r>
            <a:endParaRPr sz="1400" dirty="0">
              <a:solidFill>
                <a:srgbClr val="123B70"/>
              </a:solidFill>
              <a:latin typeface="Pretendard ExtraBold" panose="02000903000000020004" pitchFamily="2" charset="-127"/>
              <a:ea typeface="Pretendard ExtraBold" panose="02000903000000020004" pitchFamily="2" charset="-127"/>
            </a:endParaRPr>
          </a:p>
        </p:txBody>
      </p:sp>
      <p:sp>
        <p:nvSpPr>
          <p:cNvPr id="9" name="step-body-1">
            <a:extLst>
              <a:ext uri="{FF2B5EF4-FFF2-40B4-BE49-F238E27FC236}">
                <a16:creationId xmlns:a16="http://schemas.microsoft.com/office/drawing/2014/main" id="{70EFE7CE-1093-A685-41EF-0B0CAF178878}"/>
              </a:ext>
            </a:extLst>
          </p:cNvPr>
          <p:cNvSpPr>
            <a:spLocks noGrp="1"/>
          </p:cNvSpPr>
          <p:nvPr/>
        </p:nvSpPr>
        <p:spPr>
          <a:xfrm>
            <a:off x="552450" y="5334000"/>
            <a:ext cx="26003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163">
                <a:solidFill>
                  <a:srgbClr val="354A60"/>
                </a:solidFill>
                <a:latin typeface="Noto Sans KR"/>
                <a:ea typeface="Noto Sans KR"/>
                <a:cs typeface="Noto Sans KR"/>
              </a:defRPr>
            </a:pP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Noto Sans KR"/>
              </a:rPr>
              <a:t>‘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Noto Sans KR"/>
              </a:rPr>
              <a:t>불이야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Noto Sans KR"/>
              </a:rPr>
              <a:t>!’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Noto Sans KR"/>
              </a:rPr>
              <a:t>외치고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Noto Sans KR"/>
              </a:rPr>
              <a:t>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Noto Sans KR"/>
              </a:rPr>
              <a:t>비상경보를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Noto Sans KR"/>
              </a:rPr>
              <a:t>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Noto Sans KR"/>
              </a:rPr>
              <a:t>작동합니다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Noto Sans KR"/>
              </a:rPr>
              <a:t>.</a:t>
            </a:r>
          </a:p>
        </p:txBody>
      </p:sp>
      <p:sp>
        <p:nvSpPr>
          <p:cNvPr id="10" name="step-2">
            <a:extLst>
              <a:ext uri="{FF2B5EF4-FFF2-40B4-BE49-F238E27FC236}">
                <a16:creationId xmlns:a16="http://schemas.microsoft.com/office/drawing/2014/main" id="{C255E37D-AC53-F4E9-0794-B714B9565CD9}"/>
              </a:ext>
            </a:extLst>
          </p:cNvPr>
          <p:cNvSpPr>
            <a:spLocks noGrp="1"/>
          </p:cNvSpPr>
          <p:nvPr/>
        </p:nvSpPr>
        <p:spPr>
          <a:xfrm>
            <a:off x="3381375" y="4981575"/>
            <a:ext cx="304800" cy="304800"/>
          </a:xfrm>
          <a:prstGeom prst="ellipse">
            <a:avLst/>
          </a:prstGeom>
          <a:solidFill>
            <a:srgbClr val="123B70"/>
          </a:solidFill>
          <a:ln w="0">
            <a:solidFill>
              <a:srgbClr val="123B70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Noto Sans KR"/>
              </a:rPr>
              <a:t>02</a:t>
            </a:r>
          </a:p>
        </p:txBody>
      </p:sp>
      <p:sp>
        <p:nvSpPr>
          <p:cNvPr id="11" name="step-title-2">
            <a:extLst>
              <a:ext uri="{FF2B5EF4-FFF2-40B4-BE49-F238E27FC236}">
                <a16:creationId xmlns:a16="http://schemas.microsoft.com/office/drawing/2014/main" id="{2D5C9314-8332-909A-713F-776AECEF4A1A}"/>
              </a:ext>
            </a:extLst>
          </p:cNvPr>
          <p:cNvSpPr>
            <a:spLocks noGrp="1"/>
          </p:cNvSpPr>
          <p:nvPr/>
        </p:nvSpPr>
        <p:spPr>
          <a:xfrm>
            <a:off x="3781425" y="4991100"/>
            <a:ext cx="2200275" cy="276225"/>
          </a:xfrm>
          <a:prstGeom prst="rect">
            <a:avLst/>
          </a:prstGeom>
        </p:spPr>
        <p:txBody>
          <a:bodyPr wrap="none" lIns="0" rtlCol="0" anchor="ctr">
            <a:spAutoFit/>
          </a:bodyPr>
          <a:lstStyle/>
          <a:p>
            <a:pPr marL="69750">
              <a:lnSpc>
                <a:spcPct val="110000"/>
              </a:lnSpc>
              <a:spcBef>
                <a:spcPts val="200"/>
              </a:spcBef>
              <a:buClr>
                <a:srgbClr val="2275DD"/>
              </a:buClr>
              <a:buSzPct val="100000"/>
            </a:pPr>
            <a:r>
              <a:rPr sz="1400" dirty="0" err="1">
                <a:solidFill>
                  <a:srgbClr val="123B70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안전한</a:t>
            </a:r>
            <a:r>
              <a:rPr sz="1400" dirty="0">
                <a:solidFill>
                  <a:srgbClr val="123B70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 </a:t>
            </a:r>
            <a:r>
              <a:rPr sz="1400" dirty="0" err="1">
                <a:solidFill>
                  <a:srgbClr val="123B70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곳에서</a:t>
            </a:r>
            <a:r>
              <a:rPr sz="1400" dirty="0">
                <a:solidFill>
                  <a:srgbClr val="123B70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 </a:t>
            </a:r>
            <a:r>
              <a:rPr sz="1400" dirty="0" err="1">
                <a:solidFill>
                  <a:srgbClr val="123B70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신고</a:t>
            </a:r>
            <a:endParaRPr sz="1400" dirty="0">
              <a:solidFill>
                <a:srgbClr val="123B70"/>
              </a:solidFill>
              <a:latin typeface="Pretendard ExtraBold" panose="02000903000000020004" pitchFamily="2" charset="-127"/>
              <a:ea typeface="Pretendard ExtraBold" panose="02000903000000020004" pitchFamily="2" charset="-127"/>
            </a:endParaRPr>
          </a:p>
        </p:txBody>
      </p:sp>
      <p:sp>
        <p:nvSpPr>
          <p:cNvPr id="12" name="step-body-2">
            <a:extLst>
              <a:ext uri="{FF2B5EF4-FFF2-40B4-BE49-F238E27FC236}">
                <a16:creationId xmlns:a16="http://schemas.microsoft.com/office/drawing/2014/main" id="{F8A24ED2-BA19-E401-EAA3-0B0DEB2D93B3}"/>
              </a:ext>
            </a:extLst>
          </p:cNvPr>
          <p:cNvSpPr>
            <a:spLocks noGrp="1"/>
          </p:cNvSpPr>
          <p:nvPr/>
        </p:nvSpPr>
        <p:spPr>
          <a:xfrm>
            <a:off x="3381375" y="5334000"/>
            <a:ext cx="26003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163">
                <a:solidFill>
                  <a:srgbClr val="354A60"/>
                </a:solidFill>
                <a:latin typeface="Noto Sans KR"/>
                <a:ea typeface="Noto Sans KR"/>
                <a:cs typeface="Noto Sans KR"/>
              </a:defRPr>
            </a:pP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Noto Sans KR"/>
              </a:rPr>
              <a:t>대피하면서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Noto Sans KR"/>
              </a:rPr>
              <a:t> 119에 </a:t>
            </a:r>
            <a:r>
              <a:rPr lang="ko-KR" altLang="en-US"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Noto Sans KR"/>
              </a:rPr>
              <a:t>화재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Noto Sans KR"/>
              </a:rPr>
              <a:t>위치와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Noto Sans KR"/>
              </a:rPr>
              <a:t> </a:t>
            </a:r>
            <a:r>
              <a:rPr lang="ko-KR" altLang="en-US"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Noto Sans KR"/>
              </a:rPr>
              <a:t>발생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Noto Sans KR"/>
              </a:rPr>
              <a:t>상황을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Noto Sans KR"/>
              </a:rPr>
              <a:t> </a:t>
            </a:r>
            <a:br>
              <a:rPr lang="en-US" altLang="en-US"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Noto Sans KR"/>
              </a:rPr>
            </a:b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Noto Sans KR"/>
              </a:rPr>
              <a:t>알립니다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Noto Sans KR"/>
              </a:rPr>
              <a:t>.</a:t>
            </a:r>
          </a:p>
        </p:txBody>
      </p:sp>
      <p:sp>
        <p:nvSpPr>
          <p:cNvPr id="13" name="step-3">
            <a:extLst>
              <a:ext uri="{FF2B5EF4-FFF2-40B4-BE49-F238E27FC236}">
                <a16:creationId xmlns:a16="http://schemas.microsoft.com/office/drawing/2014/main" id="{01E6E86D-5FB8-B977-CCE4-33DEF5F63819}"/>
              </a:ext>
            </a:extLst>
          </p:cNvPr>
          <p:cNvSpPr>
            <a:spLocks noGrp="1"/>
          </p:cNvSpPr>
          <p:nvPr/>
        </p:nvSpPr>
        <p:spPr>
          <a:xfrm>
            <a:off x="6210300" y="4981575"/>
            <a:ext cx="304800" cy="304800"/>
          </a:xfrm>
          <a:prstGeom prst="ellipse">
            <a:avLst/>
          </a:prstGeom>
          <a:solidFill>
            <a:srgbClr val="123B70"/>
          </a:solidFill>
          <a:ln w="0">
            <a:solidFill>
              <a:srgbClr val="123B70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Noto Sans KR"/>
              </a:rPr>
              <a:t>03</a:t>
            </a:r>
          </a:p>
        </p:txBody>
      </p:sp>
      <p:sp>
        <p:nvSpPr>
          <p:cNvPr id="14" name="step-title-3">
            <a:extLst>
              <a:ext uri="{FF2B5EF4-FFF2-40B4-BE49-F238E27FC236}">
                <a16:creationId xmlns:a16="http://schemas.microsoft.com/office/drawing/2014/main" id="{4AAD0443-798B-87D0-4B9A-1A27F40D38D4}"/>
              </a:ext>
            </a:extLst>
          </p:cNvPr>
          <p:cNvSpPr>
            <a:spLocks noGrp="1"/>
          </p:cNvSpPr>
          <p:nvPr/>
        </p:nvSpPr>
        <p:spPr>
          <a:xfrm>
            <a:off x="6610350" y="4991100"/>
            <a:ext cx="2200275" cy="276225"/>
          </a:xfrm>
          <a:prstGeom prst="rect">
            <a:avLst/>
          </a:prstGeom>
        </p:spPr>
        <p:txBody>
          <a:bodyPr wrap="none" lIns="0" rtlCol="0" anchor="ctr">
            <a:spAutoFit/>
          </a:bodyPr>
          <a:lstStyle/>
          <a:p>
            <a:pPr marL="69750">
              <a:lnSpc>
                <a:spcPct val="110000"/>
              </a:lnSpc>
              <a:spcBef>
                <a:spcPts val="200"/>
              </a:spcBef>
              <a:buClr>
                <a:srgbClr val="2275DD"/>
              </a:buClr>
              <a:buSzPct val="100000"/>
            </a:pPr>
            <a:r>
              <a:rPr sz="1400">
                <a:solidFill>
                  <a:srgbClr val="123B70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낮은 자세로 이동</a:t>
            </a:r>
          </a:p>
        </p:txBody>
      </p:sp>
      <p:sp>
        <p:nvSpPr>
          <p:cNvPr id="15" name="step-body-3">
            <a:extLst>
              <a:ext uri="{FF2B5EF4-FFF2-40B4-BE49-F238E27FC236}">
                <a16:creationId xmlns:a16="http://schemas.microsoft.com/office/drawing/2014/main" id="{C771369A-7128-B8B9-7140-54DA7EC567CF}"/>
              </a:ext>
            </a:extLst>
          </p:cNvPr>
          <p:cNvSpPr>
            <a:spLocks noGrp="1"/>
          </p:cNvSpPr>
          <p:nvPr/>
        </p:nvSpPr>
        <p:spPr>
          <a:xfrm>
            <a:off x="6210300" y="5334000"/>
            <a:ext cx="26003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163">
                <a:solidFill>
                  <a:srgbClr val="354A60"/>
                </a:solidFill>
                <a:latin typeface="Noto Sans KR"/>
                <a:ea typeface="Noto Sans KR"/>
                <a:cs typeface="Noto Sans KR"/>
              </a:defRPr>
            </a:pP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Noto Sans KR"/>
              </a:rPr>
              <a:t>코와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Noto Sans KR"/>
              </a:rPr>
              <a:t>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Noto Sans KR"/>
              </a:rPr>
              <a:t>입을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Noto Sans KR"/>
              </a:rPr>
              <a:t>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Noto Sans KR"/>
              </a:rPr>
              <a:t>젖은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Noto Sans KR"/>
              </a:rPr>
              <a:t>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Noto Sans KR"/>
              </a:rPr>
              <a:t>수건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Noto Sans KR"/>
              </a:rPr>
              <a:t>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Noto Sans KR"/>
              </a:rPr>
              <a:t>등으로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Noto Sans KR"/>
              </a:rPr>
              <a:t>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Noto Sans KR"/>
              </a:rPr>
              <a:t>막고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Noto Sans KR"/>
              </a:rPr>
              <a:t>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Noto Sans KR"/>
              </a:rPr>
              <a:t>벽을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Noto Sans KR"/>
              </a:rPr>
              <a:t>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Noto Sans KR"/>
              </a:rPr>
              <a:t>따라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Noto Sans KR"/>
              </a:rPr>
              <a:t>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Noto Sans KR"/>
              </a:rPr>
              <a:t>이동합니다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Noto Sans KR"/>
              </a:rPr>
              <a:t>.</a:t>
            </a:r>
          </a:p>
        </p:txBody>
      </p:sp>
      <p:sp>
        <p:nvSpPr>
          <p:cNvPr id="16" name="step-4">
            <a:extLst>
              <a:ext uri="{FF2B5EF4-FFF2-40B4-BE49-F238E27FC236}">
                <a16:creationId xmlns:a16="http://schemas.microsoft.com/office/drawing/2014/main" id="{6E294024-28CD-6CC6-126C-EED0D33EBA9A}"/>
              </a:ext>
            </a:extLst>
          </p:cNvPr>
          <p:cNvSpPr>
            <a:spLocks noGrp="1"/>
          </p:cNvSpPr>
          <p:nvPr/>
        </p:nvSpPr>
        <p:spPr>
          <a:xfrm>
            <a:off x="9039225" y="4981575"/>
            <a:ext cx="304800" cy="304800"/>
          </a:xfrm>
          <a:prstGeom prst="ellipse">
            <a:avLst/>
          </a:prstGeom>
          <a:solidFill>
            <a:srgbClr val="123B70"/>
          </a:solidFill>
          <a:ln w="0">
            <a:solidFill>
              <a:srgbClr val="123B70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Noto Sans KR"/>
              </a:rPr>
              <a:t>04</a:t>
            </a:r>
          </a:p>
        </p:txBody>
      </p:sp>
      <p:sp>
        <p:nvSpPr>
          <p:cNvPr id="17" name="step-title-4">
            <a:extLst>
              <a:ext uri="{FF2B5EF4-FFF2-40B4-BE49-F238E27FC236}">
                <a16:creationId xmlns:a16="http://schemas.microsoft.com/office/drawing/2014/main" id="{73773844-C512-6F46-40A9-83E06D50EA0F}"/>
              </a:ext>
            </a:extLst>
          </p:cNvPr>
          <p:cNvSpPr>
            <a:spLocks noGrp="1"/>
          </p:cNvSpPr>
          <p:nvPr/>
        </p:nvSpPr>
        <p:spPr>
          <a:xfrm>
            <a:off x="9439275" y="4991100"/>
            <a:ext cx="2200275" cy="276225"/>
          </a:xfrm>
          <a:prstGeom prst="rect">
            <a:avLst/>
          </a:prstGeom>
        </p:spPr>
        <p:txBody>
          <a:bodyPr wrap="none" lIns="0" rtlCol="0" anchor="ctr">
            <a:spAutoFit/>
          </a:bodyPr>
          <a:lstStyle/>
          <a:p>
            <a:pPr marL="69750">
              <a:lnSpc>
                <a:spcPct val="110000"/>
              </a:lnSpc>
              <a:spcBef>
                <a:spcPts val="200"/>
              </a:spcBef>
              <a:buClr>
                <a:srgbClr val="2275DD"/>
              </a:buClr>
              <a:buSzPct val="100000"/>
            </a:pPr>
            <a:r>
              <a:rPr sz="1400">
                <a:solidFill>
                  <a:srgbClr val="123B70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계단으로 대피</a:t>
            </a:r>
          </a:p>
        </p:txBody>
      </p:sp>
      <p:sp>
        <p:nvSpPr>
          <p:cNvPr id="18" name="step-body-4">
            <a:extLst>
              <a:ext uri="{FF2B5EF4-FFF2-40B4-BE49-F238E27FC236}">
                <a16:creationId xmlns:a16="http://schemas.microsoft.com/office/drawing/2014/main" id="{0008F083-0854-7D38-CAD8-903F67323CDF}"/>
              </a:ext>
            </a:extLst>
          </p:cNvPr>
          <p:cNvSpPr>
            <a:spLocks noGrp="1"/>
          </p:cNvSpPr>
          <p:nvPr/>
        </p:nvSpPr>
        <p:spPr>
          <a:xfrm>
            <a:off x="9039225" y="5334000"/>
            <a:ext cx="26003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163">
                <a:solidFill>
                  <a:srgbClr val="354A60"/>
                </a:solidFill>
                <a:latin typeface="Noto Sans KR"/>
                <a:ea typeface="Noto Sans KR"/>
                <a:cs typeface="Noto Sans KR"/>
              </a:defRPr>
            </a:pPr>
            <a:r>
              <a:rPr sz="120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Noto Sans KR"/>
              </a:rPr>
              <a:t>엘리베이터는 사용하지 말고, 나올 때 문을 닫습니다.</a:t>
            </a:r>
          </a:p>
        </p:txBody>
      </p:sp>
      <p:sp>
        <p:nvSpPr>
          <p:cNvPr id="20" name="safety-rule">
            <a:extLst>
              <a:ext uri="{FF2B5EF4-FFF2-40B4-BE49-F238E27FC236}">
                <a16:creationId xmlns:a16="http://schemas.microsoft.com/office/drawing/2014/main" id="{5DB65AD6-E658-E9E4-4E35-3C0D81A79727}"/>
              </a:ext>
            </a:extLst>
          </p:cNvPr>
          <p:cNvSpPr>
            <a:spLocks noGrp="1"/>
          </p:cNvSpPr>
          <p:nvPr/>
        </p:nvSpPr>
        <p:spPr>
          <a:xfrm>
            <a:off x="552450" y="5847225"/>
            <a:ext cx="11087100" cy="371475"/>
          </a:xfrm>
          <a:prstGeom prst="roundRect">
            <a:avLst>
              <a:gd name="adj" fmla="val 25641"/>
            </a:avLst>
          </a:prstGeom>
          <a:solidFill>
            <a:srgbClr val="FFF2F2"/>
          </a:solidFill>
          <a:ln w="9525">
            <a:solidFill>
              <a:srgbClr val="F2B7B7"/>
            </a:solidFill>
            <a:prstDash val="solid"/>
          </a:ln>
        </p:spPr>
        <p:txBody>
          <a:bodyPr wrap="square" lIns="133350" tIns="0" rIns="133350" bIns="0" anchor="ctr">
            <a:noAutofit/>
          </a:bodyPr>
          <a:lstStyle/>
          <a:p>
            <a:pPr algn="ctr">
              <a:defRPr sz="1163">
                <a:solidFill>
                  <a:srgbClr val="354A60"/>
                </a:solidFill>
                <a:latin typeface="Noto Sans KR"/>
                <a:ea typeface="Noto Sans KR"/>
                <a:cs typeface="Noto Sans KR"/>
              </a:defRPr>
            </a:pPr>
            <a:r>
              <a:rPr sz="1400" dirty="0">
                <a:solidFill>
                  <a:srgbClr val="8D2F2F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!  </a:t>
            </a:r>
            <a:r>
              <a:rPr sz="1400" dirty="0" err="1">
                <a:solidFill>
                  <a:srgbClr val="8D2F2F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통로가</a:t>
            </a:r>
            <a:r>
              <a:rPr sz="1400" dirty="0">
                <a:solidFill>
                  <a:srgbClr val="8D2F2F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 </a:t>
            </a:r>
            <a:r>
              <a:rPr sz="1400" dirty="0" err="1">
                <a:solidFill>
                  <a:srgbClr val="8D2F2F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막히면</a:t>
            </a:r>
            <a:r>
              <a:rPr sz="1400" dirty="0">
                <a:solidFill>
                  <a:srgbClr val="8D2F2F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 </a:t>
            </a:r>
            <a:r>
              <a:rPr sz="1400" dirty="0" err="1">
                <a:solidFill>
                  <a:srgbClr val="8D2F2F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무리하게</a:t>
            </a:r>
            <a:r>
              <a:rPr sz="1400" dirty="0">
                <a:solidFill>
                  <a:srgbClr val="8D2F2F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 </a:t>
            </a:r>
            <a:r>
              <a:rPr sz="1400" dirty="0" err="1">
                <a:solidFill>
                  <a:srgbClr val="8D2F2F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지나가지</a:t>
            </a:r>
            <a:r>
              <a:rPr sz="1400" dirty="0">
                <a:solidFill>
                  <a:srgbClr val="8D2F2F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 </a:t>
            </a:r>
            <a:r>
              <a:rPr sz="1400" dirty="0" err="1">
                <a:solidFill>
                  <a:srgbClr val="8D2F2F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말고</a:t>
            </a:r>
            <a:r>
              <a:rPr sz="1400" dirty="0">
                <a:solidFill>
                  <a:srgbClr val="8D2F2F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 </a:t>
            </a:r>
            <a:r>
              <a:rPr sz="1400" dirty="0" err="1">
                <a:solidFill>
                  <a:srgbClr val="8D2F2F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문틈을</a:t>
            </a:r>
            <a:r>
              <a:rPr sz="1400" dirty="0">
                <a:solidFill>
                  <a:srgbClr val="8D2F2F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 </a:t>
            </a:r>
            <a:r>
              <a:rPr sz="1400" dirty="0" err="1">
                <a:solidFill>
                  <a:srgbClr val="8D2F2F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막은</a:t>
            </a:r>
            <a:r>
              <a:rPr sz="1400" dirty="0">
                <a:solidFill>
                  <a:srgbClr val="8D2F2F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 뒤 </a:t>
            </a:r>
            <a:r>
              <a:rPr sz="1400" dirty="0" err="1">
                <a:solidFill>
                  <a:srgbClr val="8D2F2F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창밖으로</a:t>
            </a:r>
            <a:r>
              <a:rPr sz="1400" dirty="0">
                <a:solidFill>
                  <a:srgbClr val="8D2F2F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 </a:t>
            </a:r>
            <a:r>
              <a:rPr sz="1400" dirty="0" err="1">
                <a:solidFill>
                  <a:srgbClr val="8D2F2F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구조신호를</a:t>
            </a:r>
            <a:r>
              <a:rPr sz="1400" dirty="0">
                <a:solidFill>
                  <a:srgbClr val="8D2F2F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 </a:t>
            </a:r>
            <a:r>
              <a:rPr sz="1400" dirty="0" err="1">
                <a:solidFill>
                  <a:srgbClr val="8D2F2F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보냅니다</a:t>
            </a:r>
            <a:r>
              <a:rPr sz="1400" dirty="0">
                <a:solidFill>
                  <a:srgbClr val="8D2F2F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957094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D5444DD-D0AD-2000-3D27-4E48522F1A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9ADAF8-EB0A-4AD9-90D7-E41C7CA590E1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ea typeface="Pretendard" panose="02000503000000020004" pitchFamily="2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CA698D-03FB-1A20-A8E5-23BF0829D8B7}"/>
              </a:ext>
            </a:extLst>
          </p:cNvPr>
          <p:cNvSpPr txBox="1"/>
          <p:nvPr/>
        </p:nvSpPr>
        <p:spPr>
          <a:xfrm>
            <a:off x="956951" y="423105"/>
            <a:ext cx="77556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-150" normalizeH="0" baseline="0">
                <a:ln>
                  <a:noFill/>
                </a:ln>
                <a:gradFill>
                  <a:gsLst>
                    <a:gs pos="0">
                      <a:srgbClr val="083874"/>
                    </a:gs>
                    <a:gs pos="100000">
                      <a:srgbClr val="083874"/>
                    </a:gs>
                  </a:gsLst>
                  <a:lin ang="16200000" scaled="1"/>
                </a:gradFill>
                <a:effectLst>
                  <a:innerShdw blurRad="127000" dist="50800" dir="13500000">
                    <a:prstClr val="black">
                      <a:alpha val="50000"/>
                    </a:prstClr>
                  </a:innerShdw>
                </a:effectLst>
                <a:uLnTx/>
                <a:uFillTx/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defRPr>
            </a:lvl1pPr>
          </a:lstStyle>
          <a:p>
            <a:r>
              <a:rPr lang="ko-KR" altLang="en-US" dirty="0"/>
              <a:t>소화기 사용 </a:t>
            </a:r>
            <a:r>
              <a:rPr lang="en-US" altLang="ko-KR" dirty="0"/>
              <a:t>: </a:t>
            </a:r>
            <a:r>
              <a:rPr lang="ko-KR" altLang="en-US" dirty="0"/>
              <a:t>초기 화재에서만</a:t>
            </a:r>
            <a:r>
              <a:rPr lang="en-US" altLang="ko-KR" dirty="0"/>
              <a:t>, </a:t>
            </a:r>
            <a:r>
              <a:rPr lang="ko-KR" altLang="en-US" dirty="0"/>
              <a:t>출구를 등지고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AD9E6AAA-186C-FD9B-56B7-BFB55FCF2664}"/>
              </a:ext>
            </a:extLst>
          </p:cNvPr>
          <p:cNvSpPr/>
          <p:nvPr/>
        </p:nvSpPr>
        <p:spPr>
          <a:xfrm>
            <a:off x="0" y="5139116"/>
            <a:ext cx="12191999" cy="1082422"/>
          </a:xfrm>
          <a:prstGeom prst="rect">
            <a:avLst/>
          </a:prstGeom>
          <a:pattFill prst="dkUpDiag">
            <a:fgClr>
              <a:srgbClr val="F7F7F7"/>
            </a:fgClr>
            <a:bgClr>
              <a:schemeClr val="bg1"/>
            </a:bgClr>
          </a:patt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216000" rIns="90000" bIns="90000" rtlCol="0" anchor="ctr"/>
          <a:lstStyle/>
          <a:p>
            <a:pPr marL="180975" indent="-180975">
              <a:lnSpc>
                <a:spcPct val="110000"/>
              </a:lnSpc>
              <a:spcBef>
                <a:spcPts val="200"/>
              </a:spcBef>
              <a:buClr>
                <a:srgbClr val="2275DD"/>
              </a:buClr>
              <a:buSzPct val="100000"/>
              <a:buFont typeface="Arial" panose="020B0604020202020204" pitchFamily="34" charset="0"/>
              <a:buChar char="•"/>
            </a:pPr>
            <a:endParaRPr lang="ko-KR" altLang="en-US" sz="1400" spc="-100"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75000"/>
                      <a:lumOff val="25000"/>
                    </a:schemeClr>
                  </a:gs>
                </a:gsLst>
                <a:lin ang="5400000" scaled="1"/>
              </a:gra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F4E0CF8-D3AF-A993-C18E-F87885CCE574}"/>
              </a:ext>
            </a:extLst>
          </p:cNvPr>
          <p:cNvSpPr txBox="1"/>
          <p:nvPr/>
        </p:nvSpPr>
        <p:spPr>
          <a:xfrm>
            <a:off x="380811" y="484660"/>
            <a:ext cx="5709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pc="-15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16200000" scaled="1"/>
                </a:gra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06</a:t>
            </a:r>
            <a:endParaRPr lang="ko-KR" altLang="en-US" sz="2800" spc="-150" dirty="0"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lin ang="16200000" scaled="1"/>
              </a:gra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238009-8700-82CE-123C-8D5E7EF32DCF}"/>
              </a:ext>
            </a:extLst>
          </p:cNvPr>
          <p:cNvSpPr txBox="1"/>
          <p:nvPr/>
        </p:nvSpPr>
        <p:spPr>
          <a:xfrm>
            <a:off x="992811" y="141083"/>
            <a:ext cx="1890902" cy="313034"/>
          </a:xfrm>
          <a:prstGeom prst="rect">
            <a:avLst/>
          </a:prstGeom>
        </p:spPr>
        <p:txBody>
          <a:bodyPr wrap="none" lIns="0" rtlCol="0" anchor="ctr">
            <a:spAutoFit/>
          </a:bodyPr>
          <a:lstStyle/>
          <a:p>
            <a:pPr marL="69750">
              <a:lnSpc>
                <a:spcPct val="110000"/>
              </a:lnSpc>
              <a:spcBef>
                <a:spcPts val="200"/>
              </a:spcBef>
              <a:buClr>
                <a:srgbClr val="2275DD"/>
              </a:buClr>
              <a:buSzPct val="100000"/>
            </a:pPr>
            <a:r>
              <a:rPr lang="ko-KR" altLang="en-US" sz="1400" dirty="0">
                <a:solidFill>
                  <a:srgbClr val="5B789A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Noto Sans KR"/>
              </a:rPr>
              <a:t>재난 유형별 대피 및 조치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D808062-92D3-9A1F-50EA-57F001DDEE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386" b="20386"/>
          <a:stretch>
            <a:fillRect/>
          </a:stretch>
        </p:blipFill>
        <p:spPr>
          <a:xfrm>
            <a:off x="552450" y="1219200"/>
            <a:ext cx="11087100" cy="3695700"/>
          </a:xfrm>
          <a:prstGeom prst="rect">
            <a:avLst/>
          </a:prstGeom>
        </p:spPr>
      </p:pic>
      <p:sp>
        <p:nvSpPr>
          <p:cNvPr id="7" name="step-1">
            <a:extLst>
              <a:ext uri="{FF2B5EF4-FFF2-40B4-BE49-F238E27FC236}">
                <a16:creationId xmlns:a16="http://schemas.microsoft.com/office/drawing/2014/main" id="{6A2ADBA9-17D0-1F8B-84FC-C145279EA438}"/>
              </a:ext>
            </a:extLst>
          </p:cNvPr>
          <p:cNvSpPr>
            <a:spLocks noGrp="1"/>
          </p:cNvSpPr>
          <p:nvPr/>
        </p:nvSpPr>
        <p:spPr>
          <a:xfrm>
            <a:off x="552450" y="4981575"/>
            <a:ext cx="304800" cy="304800"/>
          </a:xfrm>
          <a:prstGeom prst="ellipse">
            <a:avLst/>
          </a:prstGeom>
          <a:solidFill>
            <a:srgbClr val="123B70"/>
          </a:solidFill>
          <a:ln w="0">
            <a:solidFill>
              <a:srgbClr val="123B7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sz="105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01</a:t>
            </a:r>
          </a:p>
        </p:txBody>
      </p:sp>
      <p:sp>
        <p:nvSpPr>
          <p:cNvPr id="8" name="step-title-1">
            <a:extLst>
              <a:ext uri="{FF2B5EF4-FFF2-40B4-BE49-F238E27FC236}">
                <a16:creationId xmlns:a16="http://schemas.microsoft.com/office/drawing/2014/main" id="{64CFDE5B-BE93-BD98-C78E-7C4969D1AB7C}"/>
              </a:ext>
            </a:extLst>
          </p:cNvPr>
          <p:cNvSpPr>
            <a:spLocks noGrp="1"/>
          </p:cNvSpPr>
          <p:nvPr/>
        </p:nvSpPr>
        <p:spPr>
          <a:xfrm>
            <a:off x="952500" y="4991100"/>
            <a:ext cx="2200275" cy="276225"/>
          </a:xfrm>
          <a:prstGeom prst="rect">
            <a:avLst/>
          </a:prstGeom>
        </p:spPr>
        <p:txBody>
          <a:bodyPr wrap="none" lIns="0" rtlCol="0" anchor="ctr">
            <a:spAutoFit/>
          </a:bodyPr>
          <a:lstStyle/>
          <a:p>
            <a:pPr marL="69750">
              <a:lnSpc>
                <a:spcPct val="110000"/>
              </a:lnSpc>
              <a:spcBef>
                <a:spcPts val="200"/>
              </a:spcBef>
              <a:buClr>
                <a:srgbClr val="2275DD"/>
              </a:buClr>
              <a:buSzPct val="100000"/>
            </a:pPr>
            <a:r>
              <a:rPr sz="1400" dirty="0" err="1">
                <a:solidFill>
                  <a:srgbClr val="123B70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안전핀</a:t>
            </a:r>
            <a:r>
              <a:rPr sz="1400" dirty="0">
                <a:solidFill>
                  <a:srgbClr val="123B70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 </a:t>
            </a:r>
            <a:r>
              <a:rPr sz="1400" dirty="0" err="1">
                <a:solidFill>
                  <a:srgbClr val="123B70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뽑기</a:t>
            </a:r>
            <a:endParaRPr sz="1400" dirty="0">
              <a:solidFill>
                <a:srgbClr val="123B70"/>
              </a:solidFill>
              <a:latin typeface="Pretendard ExtraBold" panose="02000903000000020004" pitchFamily="2" charset="-127"/>
              <a:ea typeface="Pretendard ExtraBold" panose="02000903000000020004" pitchFamily="2" charset="-127"/>
            </a:endParaRPr>
          </a:p>
        </p:txBody>
      </p:sp>
      <p:sp>
        <p:nvSpPr>
          <p:cNvPr id="9" name="step-body-1">
            <a:extLst>
              <a:ext uri="{FF2B5EF4-FFF2-40B4-BE49-F238E27FC236}">
                <a16:creationId xmlns:a16="http://schemas.microsoft.com/office/drawing/2014/main" id="{86EC3EA6-3462-32CD-0827-E37AC183D3DF}"/>
              </a:ext>
            </a:extLst>
          </p:cNvPr>
          <p:cNvSpPr>
            <a:spLocks noGrp="1"/>
          </p:cNvSpPr>
          <p:nvPr/>
        </p:nvSpPr>
        <p:spPr>
          <a:xfrm>
            <a:off x="552450" y="5334000"/>
            <a:ext cx="26003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소화기를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바닥에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놓고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소화기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몸통을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잡은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채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안전핀을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뽑습니다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</a:p>
        </p:txBody>
      </p:sp>
      <p:sp>
        <p:nvSpPr>
          <p:cNvPr id="10" name="step-2">
            <a:extLst>
              <a:ext uri="{FF2B5EF4-FFF2-40B4-BE49-F238E27FC236}">
                <a16:creationId xmlns:a16="http://schemas.microsoft.com/office/drawing/2014/main" id="{D215BA30-7503-8C9E-316D-6C280A2550FC}"/>
              </a:ext>
            </a:extLst>
          </p:cNvPr>
          <p:cNvSpPr>
            <a:spLocks noGrp="1"/>
          </p:cNvSpPr>
          <p:nvPr/>
        </p:nvSpPr>
        <p:spPr>
          <a:xfrm>
            <a:off x="3381375" y="4981575"/>
            <a:ext cx="304800" cy="304800"/>
          </a:xfrm>
          <a:prstGeom prst="ellipse">
            <a:avLst/>
          </a:prstGeom>
          <a:solidFill>
            <a:srgbClr val="123B70"/>
          </a:solidFill>
          <a:ln w="0">
            <a:solidFill>
              <a:srgbClr val="123B7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02</a:t>
            </a:r>
          </a:p>
        </p:txBody>
      </p:sp>
      <p:sp>
        <p:nvSpPr>
          <p:cNvPr id="11" name="step-title-2">
            <a:extLst>
              <a:ext uri="{FF2B5EF4-FFF2-40B4-BE49-F238E27FC236}">
                <a16:creationId xmlns:a16="http://schemas.microsoft.com/office/drawing/2014/main" id="{21119C37-1A35-DE5D-8C12-2F704CE76EA5}"/>
              </a:ext>
            </a:extLst>
          </p:cNvPr>
          <p:cNvSpPr>
            <a:spLocks noGrp="1"/>
          </p:cNvSpPr>
          <p:nvPr/>
        </p:nvSpPr>
        <p:spPr>
          <a:xfrm>
            <a:off x="3781425" y="4991100"/>
            <a:ext cx="2200275" cy="276225"/>
          </a:xfrm>
          <a:prstGeom prst="rect">
            <a:avLst/>
          </a:prstGeom>
        </p:spPr>
        <p:txBody>
          <a:bodyPr wrap="none" lIns="0" rtlCol="0" anchor="ctr">
            <a:spAutoFit/>
          </a:bodyPr>
          <a:lstStyle/>
          <a:p>
            <a:pPr marL="69750">
              <a:lnSpc>
                <a:spcPct val="110000"/>
              </a:lnSpc>
              <a:spcBef>
                <a:spcPts val="200"/>
              </a:spcBef>
              <a:buClr>
                <a:srgbClr val="2275DD"/>
              </a:buClr>
              <a:buSzPct val="100000"/>
            </a:pPr>
            <a:r>
              <a:rPr sz="1400">
                <a:solidFill>
                  <a:srgbClr val="123B70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불의 밑부분 조준</a:t>
            </a:r>
          </a:p>
        </p:txBody>
      </p:sp>
      <p:sp>
        <p:nvSpPr>
          <p:cNvPr id="12" name="step-body-2">
            <a:extLst>
              <a:ext uri="{FF2B5EF4-FFF2-40B4-BE49-F238E27FC236}">
                <a16:creationId xmlns:a16="http://schemas.microsoft.com/office/drawing/2014/main" id="{54243DCD-B348-D16F-A567-927E622BB785}"/>
              </a:ext>
            </a:extLst>
          </p:cNvPr>
          <p:cNvSpPr>
            <a:spLocks noGrp="1"/>
          </p:cNvSpPr>
          <p:nvPr/>
        </p:nvSpPr>
        <p:spPr>
          <a:xfrm>
            <a:off x="3381375" y="5334000"/>
            <a:ext cx="26003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출구를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등지고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약 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1~2m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떨어져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노즐</a:t>
            </a:r>
            <a:r>
              <a:rPr lang="ko-KR" altLang="en-US"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의</a:t>
            </a:r>
            <a:r>
              <a:rPr lang="en-US"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끝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을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불의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아랫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부분으로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향합니다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</a:p>
        </p:txBody>
      </p:sp>
      <p:sp>
        <p:nvSpPr>
          <p:cNvPr id="13" name="step-3">
            <a:extLst>
              <a:ext uri="{FF2B5EF4-FFF2-40B4-BE49-F238E27FC236}">
                <a16:creationId xmlns:a16="http://schemas.microsoft.com/office/drawing/2014/main" id="{83003554-B73D-41E3-0415-7B2FEF8AA5AA}"/>
              </a:ext>
            </a:extLst>
          </p:cNvPr>
          <p:cNvSpPr>
            <a:spLocks noGrp="1"/>
          </p:cNvSpPr>
          <p:nvPr/>
        </p:nvSpPr>
        <p:spPr>
          <a:xfrm>
            <a:off x="6210300" y="4981575"/>
            <a:ext cx="304800" cy="304800"/>
          </a:xfrm>
          <a:prstGeom prst="ellipse">
            <a:avLst/>
          </a:prstGeom>
          <a:solidFill>
            <a:srgbClr val="123B70"/>
          </a:solidFill>
          <a:ln w="0">
            <a:solidFill>
              <a:srgbClr val="123B7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03</a:t>
            </a:r>
          </a:p>
        </p:txBody>
      </p:sp>
      <p:sp>
        <p:nvSpPr>
          <p:cNvPr id="14" name="step-title-3">
            <a:extLst>
              <a:ext uri="{FF2B5EF4-FFF2-40B4-BE49-F238E27FC236}">
                <a16:creationId xmlns:a16="http://schemas.microsoft.com/office/drawing/2014/main" id="{AFE7BF6C-02AF-8533-648A-2649F1F5F498}"/>
              </a:ext>
            </a:extLst>
          </p:cNvPr>
          <p:cNvSpPr>
            <a:spLocks noGrp="1"/>
          </p:cNvSpPr>
          <p:nvPr/>
        </p:nvSpPr>
        <p:spPr>
          <a:xfrm>
            <a:off x="6610350" y="4991100"/>
            <a:ext cx="2200275" cy="276225"/>
          </a:xfrm>
          <a:prstGeom prst="rect">
            <a:avLst/>
          </a:prstGeom>
        </p:spPr>
        <p:txBody>
          <a:bodyPr wrap="none" lIns="0" rtlCol="0" anchor="ctr">
            <a:spAutoFit/>
          </a:bodyPr>
          <a:lstStyle/>
          <a:p>
            <a:pPr marL="69750">
              <a:lnSpc>
                <a:spcPct val="110000"/>
              </a:lnSpc>
              <a:spcBef>
                <a:spcPts val="200"/>
              </a:spcBef>
              <a:buClr>
                <a:srgbClr val="2275DD"/>
              </a:buClr>
              <a:buSzPct val="100000"/>
            </a:pPr>
            <a:r>
              <a:rPr sz="1400">
                <a:solidFill>
                  <a:srgbClr val="123B70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손잡이 움켜쥐기</a:t>
            </a:r>
          </a:p>
        </p:txBody>
      </p:sp>
      <p:sp>
        <p:nvSpPr>
          <p:cNvPr id="15" name="step-body-3">
            <a:extLst>
              <a:ext uri="{FF2B5EF4-FFF2-40B4-BE49-F238E27FC236}">
                <a16:creationId xmlns:a16="http://schemas.microsoft.com/office/drawing/2014/main" id="{049E5044-5B99-D9B7-299A-13127B884B4F}"/>
              </a:ext>
            </a:extLst>
          </p:cNvPr>
          <p:cNvSpPr>
            <a:spLocks noGrp="1"/>
          </p:cNvSpPr>
          <p:nvPr/>
        </p:nvSpPr>
        <p:spPr>
          <a:xfrm>
            <a:off x="6210300" y="5334000"/>
            <a:ext cx="26003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바람을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등지고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손잡이를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힘껏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눌러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소화약제를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방출합니다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</a:p>
        </p:txBody>
      </p:sp>
      <p:sp>
        <p:nvSpPr>
          <p:cNvPr id="16" name="step-4">
            <a:extLst>
              <a:ext uri="{FF2B5EF4-FFF2-40B4-BE49-F238E27FC236}">
                <a16:creationId xmlns:a16="http://schemas.microsoft.com/office/drawing/2014/main" id="{851BEA56-38FB-2022-EF84-BDE56EFD9F3D}"/>
              </a:ext>
            </a:extLst>
          </p:cNvPr>
          <p:cNvSpPr>
            <a:spLocks noGrp="1"/>
          </p:cNvSpPr>
          <p:nvPr/>
        </p:nvSpPr>
        <p:spPr>
          <a:xfrm>
            <a:off x="9039225" y="4981575"/>
            <a:ext cx="304800" cy="304800"/>
          </a:xfrm>
          <a:prstGeom prst="ellipse">
            <a:avLst/>
          </a:prstGeom>
          <a:solidFill>
            <a:srgbClr val="123B70"/>
          </a:solidFill>
          <a:ln w="0">
            <a:solidFill>
              <a:srgbClr val="123B7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04</a:t>
            </a:r>
          </a:p>
        </p:txBody>
      </p:sp>
      <p:sp>
        <p:nvSpPr>
          <p:cNvPr id="17" name="step-title-4">
            <a:extLst>
              <a:ext uri="{FF2B5EF4-FFF2-40B4-BE49-F238E27FC236}">
                <a16:creationId xmlns:a16="http://schemas.microsoft.com/office/drawing/2014/main" id="{64DCC698-3093-9C44-6A5A-E787E50A54B3}"/>
              </a:ext>
            </a:extLst>
          </p:cNvPr>
          <p:cNvSpPr>
            <a:spLocks noGrp="1"/>
          </p:cNvSpPr>
          <p:nvPr/>
        </p:nvSpPr>
        <p:spPr>
          <a:xfrm>
            <a:off x="9439275" y="4991100"/>
            <a:ext cx="2200275" cy="276225"/>
          </a:xfrm>
          <a:prstGeom prst="rect">
            <a:avLst/>
          </a:prstGeom>
        </p:spPr>
        <p:txBody>
          <a:bodyPr wrap="none" lIns="0" rtlCol="0" anchor="ctr">
            <a:spAutoFit/>
          </a:bodyPr>
          <a:lstStyle/>
          <a:p>
            <a:pPr marL="69750">
              <a:lnSpc>
                <a:spcPct val="110000"/>
              </a:lnSpc>
              <a:spcBef>
                <a:spcPts val="200"/>
              </a:spcBef>
              <a:buClr>
                <a:srgbClr val="2275DD"/>
              </a:buClr>
              <a:buSzPct val="100000"/>
            </a:pPr>
            <a:r>
              <a:rPr sz="1400">
                <a:solidFill>
                  <a:srgbClr val="123B70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좌우로 골고루</a:t>
            </a:r>
          </a:p>
        </p:txBody>
      </p:sp>
      <p:sp>
        <p:nvSpPr>
          <p:cNvPr id="18" name="step-body-4">
            <a:extLst>
              <a:ext uri="{FF2B5EF4-FFF2-40B4-BE49-F238E27FC236}">
                <a16:creationId xmlns:a16="http://schemas.microsoft.com/office/drawing/2014/main" id="{74D52E26-5B4E-5190-6C7B-BF246E49FBA6}"/>
              </a:ext>
            </a:extLst>
          </p:cNvPr>
          <p:cNvSpPr>
            <a:spLocks noGrp="1"/>
          </p:cNvSpPr>
          <p:nvPr/>
        </p:nvSpPr>
        <p:spPr>
          <a:xfrm>
            <a:off x="9039225" y="5334000"/>
            <a:ext cx="26003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빗자루로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쓸 듯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좌우로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방사하며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조치 이후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완전히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꺼졌는지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확인합니다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</a:p>
        </p:txBody>
      </p:sp>
      <p:sp>
        <p:nvSpPr>
          <p:cNvPr id="20" name="safety-rule">
            <a:extLst>
              <a:ext uri="{FF2B5EF4-FFF2-40B4-BE49-F238E27FC236}">
                <a16:creationId xmlns:a16="http://schemas.microsoft.com/office/drawing/2014/main" id="{C2F1939C-0EE2-1CC5-9794-795E0503E81C}"/>
              </a:ext>
            </a:extLst>
          </p:cNvPr>
          <p:cNvSpPr>
            <a:spLocks noGrp="1"/>
          </p:cNvSpPr>
          <p:nvPr/>
        </p:nvSpPr>
        <p:spPr>
          <a:xfrm>
            <a:off x="552450" y="5847225"/>
            <a:ext cx="11087100" cy="371475"/>
          </a:xfrm>
          <a:prstGeom prst="roundRect">
            <a:avLst>
              <a:gd name="adj" fmla="val 25641"/>
            </a:avLst>
          </a:prstGeom>
          <a:solidFill>
            <a:srgbClr val="FFF2F2"/>
          </a:solidFill>
          <a:ln w="9525">
            <a:solidFill>
              <a:srgbClr val="F2B7B7"/>
            </a:solidFill>
            <a:prstDash val="solid"/>
          </a:ln>
        </p:spPr>
        <p:txBody>
          <a:bodyPr wrap="square" lIns="133350" tIns="0" rIns="133350" bIns="0" anchor="ctr">
            <a:noAutofit/>
          </a:bodyPr>
          <a:lstStyle/>
          <a:p>
            <a:pPr algn="ctr"/>
            <a:r>
              <a:rPr sz="1400" dirty="0">
                <a:solidFill>
                  <a:srgbClr val="8D2F2F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!  </a:t>
            </a:r>
            <a:r>
              <a:rPr sz="1400" dirty="0" err="1">
                <a:solidFill>
                  <a:srgbClr val="8D2F2F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불길이</a:t>
            </a:r>
            <a:r>
              <a:rPr sz="1400" dirty="0">
                <a:solidFill>
                  <a:srgbClr val="8D2F2F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 </a:t>
            </a:r>
            <a:r>
              <a:rPr sz="1400" dirty="0" err="1">
                <a:solidFill>
                  <a:srgbClr val="8D2F2F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커지거나</a:t>
            </a:r>
            <a:r>
              <a:rPr sz="1400" dirty="0">
                <a:solidFill>
                  <a:srgbClr val="8D2F2F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 </a:t>
            </a:r>
            <a:r>
              <a:rPr sz="1400" dirty="0" err="1">
                <a:solidFill>
                  <a:srgbClr val="8D2F2F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연기가</a:t>
            </a:r>
            <a:r>
              <a:rPr sz="1400" dirty="0">
                <a:solidFill>
                  <a:srgbClr val="8D2F2F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 </a:t>
            </a:r>
            <a:r>
              <a:rPr sz="1400" dirty="0" err="1">
                <a:solidFill>
                  <a:srgbClr val="8D2F2F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짙으면</a:t>
            </a:r>
            <a:r>
              <a:rPr sz="1400" dirty="0">
                <a:solidFill>
                  <a:srgbClr val="8D2F2F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 </a:t>
            </a:r>
            <a:r>
              <a:rPr sz="1400" dirty="0" err="1">
                <a:solidFill>
                  <a:srgbClr val="8D2F2F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진화를</a:t>
            </a:r>
            <a:r>
              <a:rPr sz="1400" dirty="0">
                <a:solidFill>
                  <a:srgbClr val="8D2F2F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 </a:t>
            </a:r>
            <a:r>
              <a:rPr sz="1400" dirty="0" err="1">
                <a:solidFill>
                  <a:srgbClr val="8D2F2F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중단하고</a:t>
            </a:r>
            <a:r>
              <a:rPr sz="1400" dirty="0">
                <a:solidFill>
                  <a:srgbClr val="8D2F2F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 </a:t>
            </a:r>
            <a:r>
              <a:rPr sz="1400" dirty="0" err="1">
                <a:solidFill>
                  <a:srgbClr val="8D2F2F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즉시</a:t>
            </a:r>
            <a:r>
              <a:rPr sz="1400" dirty="0">
                <a:solidFill>
                  <a:srgbClr val="8D2F2F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 </a:t>
            </a:r>
            <a:r>
              <a:rPr sz="1400" dirty="0" err="1">
                <a:solidFill>
                  <a:srgbClr val="8D2F2F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대피합니다</a:t>
            </a:r>
            <a:r>
              <a:rPr sz="1400" dirty="0">
                <a:solidFill>
                  <a:srgbClr val="8D2F2F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711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D5444DD-D0AD-2000-3D27-4E48522F1A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9ADAF8-EB0A-4AD9-90D7-E41C7CA590E1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ea typeface="Pretendard" panose="02000503000000020004" pitchFamily="2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CA698D-03FB-1A20-A8E5-23BF0829D8B7}"/>
              </a:ext>
            </a:extLst>
          </p:cNvPr>
          <p:cNvSpPr txBox="1"/>
          <p:nvPr/>
        </p:nvSpPr>
        <p:spPr>
          <a:xfrm>
            <a:off x="956951" y="423105"/>
            <a:ext cx="84930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-150" normalizeH="0" baseline="0">
                <a:ln>
                  <a:noFill/>
                </a:ln>
                <a:gradFill>
                  <a:gsLst>
                    <a:gs pos="0">
                      <a:srgbClr val="083874"/>
                    </a:gs>
                    <a:gs pos="100000">
                      <a:srgbClr val="083874"/>
                    </a:gs>
                  </a:gsLst>
                  <a:lin ang="16200000" scaled="1"/>
                </a:gradFill>
                <a:effectLst>
                  <a:innerShdw blurRad="127000" dist="50800" dir="13500000">
                    <a:prstClr val="black">
                      <a:alpha val="50000"/>
                    </a:prstClr>
                  </a:innerShdw>
                </a:effectLst>
                <a:uLnTx/>
                <a:uFillTx/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defRPr>
            </a:lvl1pPr>
          </a:lstStyle>
          <a:p>
            <a:r>
              <a:rPr lang="ko-KR" altLang="en-US" dirty="0"/>
              <a:t>심정지 대응 </a:t>
            </a:r>
            <a:r>
              <a:rPr lang="en-US" altLang="ko-KR" dirty="0"/>
              <a:t>: 119 </a:t>
            </a:r>
            <a:r>
              <a:rPr lang="ko-KR" altLang="en-US" dirty="0"/>
              <a:t>신고</a:t>
            </a:r>
            <a:r>
              <a:rPr lang="en-US" altLang="ko-KR" dirty="0"/>
              <a:t>·</a:t>
            </a:r>
            <a:r>
              <a:rPr lang="ko-KR" altLang="en-US" dirty="0"/>
              <a:t>가슴압박</a:t>
            </a:r>
            <a:r>
              <a:rPr lang="en-US" altLang="ko-KR" dirty="0"/>
              <a:t>·</a:t>
            </a:r>
            <a:r>
              <a:rPr lang="ko-KR" altLang="en-US" dirty="0"/>
              <a:t>필요 시 인공호흡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F4E0CF8-D3AF-A993-C18E-F87885CCE574}"/>
              </a:ext>
            </a:extLst>
          </p:cNvPr>
          <p:cNvSpPr txBox="1"/>
          <p:nvPr/>
        </p:nvSpPr>
        <p:spPr>
          <a:xfrm>
            <a:off x="380811" y="484660"/>
            <a:ext cx="5517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pc="-15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16200000" scaled="1"/>
                </a:gra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07</a:t>
            </a:r>
            <a:endParaRPr lang="ko-KR" altLang="en-US" sz="2800" spc="-150" dirty="0"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lin ang="16200000" scaled="1"/>
              </a:gra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162D93B-E4C5-B442-8845-3BED814A28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386" b="20386"/>
          <a:stretch>
            <a:fillRect/>
          </a:stretch>
        </p:blipFill>
        <p:spPr>
          <a:xfrm>
            <a:off x="552450" y="1219200"/>
            <a:ext cx="11087100" cy="3695700"/>
          </a:xfrm>
          <a:prstGeom prst="rect">
            <a:avLst/>
          </a:prstGeom>
        </p:spPr>
      </p:pic>
      <p:sp>
        <p:nvSpPr>
          <p:cNvPr id="4" name="step-1">
            <a:extLst>
              <a:ext uri="{FF2B5EF4-FFF2-40B4-BE49-F238E27FC236}">
                <a16:creationId xmlns:a16="http://schemas.microsoft.com/office/drawing/2014/main" id="{2C7C43D1-5B8E-16BC-C4B6-CAFD0068C984}"/>
              </a:ext>
            </a:extLst>
          </p:cNvPr>
          <p:cNvSpPr>
            <a:spLocks noGrp="1"/>
          </p:cNvSpPr>
          <p:nvPr/>
        </p:nvSpPr>
        <p:spPr>
          <a:xfrm>
            <a:off x="552450" y="4981575"/>
            <a:ext cx="304800" cy="304800"/>
          </a:xfrm>
          <a:prstGeom prst="ellipse">
            <a:avLst/>
          </a:prstGeom>
          <a:solidFill>
            <a:srgbClr val="123B70"/>
          </a:solidFill>
          <a:ln w="0">
            <a:solidFill>
              <a:srgbClr val="123B7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sz="105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01</a:t>
            </a:r>
          </a:p>
        </p:txBody>
      </p:sp>
      <p:sp>
        <p:nvSpPr>
          <p:cNvPr id="6" name="step-title-1">
            <a:extLst>
              <a:ext uri="{FF2B5EF4-FFF2-40B4-BE49-F238E27FC236}">
                <a16:creationId xmlns:a16="http://schemas.microsoft.com/office/drawing/2014/main" id="{81F7B4AE-F696-11AE-0CDB-055CBB340EB3}"/>
              </a:ext>
            </a:extLst>
          </p:cNvPr>
          <p:cNvSpPr>
            <a:spLocks noGrp="1"/>
          </p:cNvSpPr>
          <p:nvPr/>
        </p:nvSpPr>
        <p:spPr>
          <a:xfrm>
            <a:off x="952500" y="4991100"/>
            <a:ext cx="2200275" cy="276225"/>
          </a:xfrm>
          <a:prstGeom prst="rect">
            <a:avLst/>
          </a:prstGeom>
        </p:spPr>
        <p:txBody>
          <a:bodyPr wrap="none" lIns="0" rtlCol="0" anchor="ctr">
            <a:spAutoFit/>
          </a:bodyPr>
          <a:lstStyle/>
          <a:p>
            <a:pPr marL="69750">
              <a:lnSpc>
                <a:spcPct val="110000"/>
              </a:lnSpc>
              <a:spcBef>
                <a:spcPts val="200"/>
              </a:spcBef>
              <a:buClr>
                <a:srgbClr val="2275DD"/>
              </a:buClr>
              <a:buSzPct val="100000"/>
            </a:pPr>
            <a:r>
              <a:rPr sz="1400" dirty="0" err="1">
                <a:solidFill>
                  <a:srgbClr val="123B70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반응·호흡</a:t>
            </a:r>
            <a:r>
              <a:rPr sz="1400" dirty="0">
                <a:solidFill>
                  <a:srgbClr val="123B70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 </a:t>
            </a:r>
            <a:r>
              <a:rPr sz="1400" dirty="0" err="1">
                <a:solidFill>
                  <a:srgbClr val="123B70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확인</a:t>
            </a:r>
            <a:endParaRPr sz="1400" dirty="0">
              <a:solidFill>
                <a:srgbClr val="123B70"/>
              </a:solidFill>
              <a:latin typeface="Pretendard ExtraBold" panose="02000903000000020004" pitchFamily="2" charset="-127"/>
              <a:ea typeface="Pretendard ExtraBold" panose="02000903000000020004" pitchFamily="2" charset="-127"/>
            </a:endParaRPr>
          </a:p>
        </p:txBody>
      </p:sp>
      <p:sp>
        <p:nvSpPr>
          <p:cNvPr id="7" name="step-body-1">
            <a:extLst>
              <a:ext uri="{FF2B5EF4-FFF2-40B4-BE49-F238E27FC236}">
                <a16:creationId xmlns:a16="http://schemas.microsoft.com/office/drawing/2014/main" id="{DF341B8E-89AD-69EC-7C95-89C961DDED24}"/>
              </a:ext>
            </a:extLst>
          </p:cNvPr>
          <p:cNvSpPr>
            <a:spLocks noGrp="1"/>
          </p:cNvSpPr>
          <p:nvPr/>
        </p:nvSpPr>
        <p:spPr>
          <a:xfrm>
            <a:off x="552450" y="5334000"/>
            <a:ext cx="26003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어깨를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두드려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반응을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보고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정상</a:t>
            </a:r>
            <a:r>
              <a:rPr lang="en-US"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호흡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여부를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10초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이내</a:t>
            </a:r>
            <a:r>
              <a:rPr lang="ko-KR" altLang="en-US"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에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확인합니다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</a:p>
        </p:txBody>
      </p:sp>
      <p:sp>
        <p:nvSpPr>
          <p:cNvPr id="8" name="step-2">
            <a:extLst>
              <a:ext uri="{FF2B5EF4-FFF2-40B4-BE49-F238E27FC236}">
                <a16:creationId xmlns:a16="http://schemas.microsoft.com/office/drawing/2014/main" id="{60E085CD-6F95-53EB-E9C6-323E1CF42D40}"/>
              </a:ext>
            </a:extLst>
          </p:cNvPr>
          <p:cNvSpPr>
            <a:spLocks noGrp="1"/>
          </p:cNvSpPr>
          <p:nvPr/>
        </p:nvSpPr>
        <p:spPr>
          <a:xfrm>
            <a:off x="3381375" y="4981575"/>
            <a:ext cx="304800" cy="304800"/>
          </a:xfrm>
          <a:prstGeom prst="ellipse">
            <a:avLst/>
          </a:prstGeom>
          <a:solidFill>
            <a:srgbClr val="123B70"/>
          </a:solidFill>
          <a:ln w="0">
            <a:solidFill>
              <a:srgbClr val="123B7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02</a:t>
            </a:r>
          </a:p>
        </p:txBody>
      </p:sp>
      <p:sp>
        <p:nvSpPr>
          <p:cNvPr id="9" name="step-title-2">
            <a:extLst>
              <a:ext uri="{FF2B5EF4-FFF2-40B4-BE49-F238E27FC236}">
                <a16:creationId xmlns:a16="http://schemas.microsoft.com/office/drawing/2014/main" id="{B6B6235D-80D4-FC0D-AB8F-9A15AA075E44}"/>
              </a:ext>
            </a:extLst>
          </p:cNvPr>
          <p:cNvSpPr>
            <a:spLocks noGrp="1"/>
          </p:cNvSpPr>
          <p:nvPr/>
        </p:nvSpPr>
        <p:spPr>
          <a:xfrm>
            <a:off x="3781425" y="4991100"/>
            <a:ext cx="2200275" cy="276225"/>
          </a:xfrm>
          <a:prstGeom prst="rect">
            <a:avLst/>
          </a:prstGeom>
        </p:spPr>
        <p:txBody>
          <a:bodyPr wrap="none" lIns="0" rtlCol="0" anchor="ctr">
            <a:spAutoFit/>
          </a:bodyPr>
          <a:lstStyle/>
          <a:p>
            <a:pPr marL="69750">
              <a:lnSpc>
                <a:spcPct val="110000"/>
              </a:lnSpc>
              <a:spcBef>
                <a:spcPts val="200"/>
              </a:spcBef>
              <a:buClr>
                <a:srgbClr val="2275DD"/>
              </a:buClr>
              <a:buSzPct val="100000"/>
            </a:pPr>
            <a:r>
              <a:rPr sz="1400">
                <a:solidFill>
                  <a:srgbClr val="123B70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119·AED 요청</a:t>
            </a:r>
          </a:p>
        </p:txBody>
      </p:sp>
      <p:sp>
        <p:nvSpPr>
          <p:cNvPr id="10" name="step-body-2">
            <a:extLst>
              <a:ext uri="{FF2B5EF4-FFF2-40B4-BE49-F238E27FC236}">
                <a16:creationId xmlns:a16="http://schemas.microsoft.com/office/drawing/2014/main" id="{4B650487-385D-515F-4C08-BD80094D5637}"/>
              </a:ext>
            </a:extLst>
          </p:cNvPr>
          <p:cNvSpPr>
            <a:spLocks noGrp="1"/>
          </p:cNvSpPr>
          <p:nvPr/>
        </p:nvSpPr>
        <p:spPr>
          <a:xfrm>
            <a:off x="3381375" y="5334000"/>
            <a:ext cx="26003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주변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한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사람을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지목해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119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신고</a:t>
            </a:r>
            <a:r>
              <a:rPr lang="en-US"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및 </a:t>
            </a:r>
            <a:r>
              <a:rPr lang="en-US" altLang="ko-KR"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가능할 경우</a:t>
            </a:r>
            <a:r>
              <a:rPr lang="en-US" altLang="ko-KR"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AED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확보를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요청합니다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</a:p>
        </p:txBody>
      </p:sp>
      <p:sp>
        <p:nvSpPr>
          <p:cNvPr id="11" name="step-3">
            <a:extLst>
              <a:ext uri="{FF2B5EF4-FFF2-40B4-BE49-F238E27FC236}">
                <a16:creationId xmlns:a16="http://schemas.microsoft.com/office/drawing/2014/main" id="{A426A2DF-AC3C-0F64-9B27-F1EFCA12FBBB}"/>
              </a:ext>
            </a:extLst>
          </p:cNvPr>
          <p:cNvSpPr>
            <a:spLocks noGrp="1"/>
          </p:cNvSpPr>
          <p:nvPr/>
        </p:nvSpPr>
        <p:spPr>
          <a:xfrm>
            <a:off x="6210300" y="4981575"/>
            <a:ext cx="304800" cy="304800"/>
          </a:xfrm>
          <a:prstGeom prst="ellipse">
            <a:avLst/>
          </a:prstGeom>
          <a:solidFill>
            <a:srgbClr val="123B70"/>
          </a:solidFill>
          <a:ln w="0">
            <a:solidFill>
              <a:srgbClr val="123B7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03</a:t>
            </a:r>
          </a:p>
        </p:txBody>
      </p:sp>
      <p:sp>
        <p:nvSpPr>
          <p:cNvPr id="12" name="step-title-3">
            <a:extLst>
              <a:ext uri="{FF2B5EF4-FFF2-40B4-BE49-F238E27FC236}">
                <a16:creationId xmlns:a16="http://schemas.microsoft.com/office/drawing/2014/main" id="{6A829F0C-FA2C-DA09-9CC9-76144D596039}"/>
              </a:ext>
            </a:extLst>
          </p:cNvPr>
          <p:cNvSpPr>
            <a:spLocks noGrp="1"/>
          </p:cNvSpPr>
          <p:nvPr/>
        </p:nvSpPr>
        <p:spPr>
          <a:xfrm>
            <a:off x="6610350" y="4991100"/>
            <a:ext cx="2200275" cy="276225"/>
          </a:xfrm>
          <a:prstGeom prst="rect">
            <a:avLst/>
          </a:prstGeom>
        </p:spPr>
        <p:txBody>
          <a:bodyPr wrap="none" lIns="0" rtlCol="0" anchor="ctr">
            <a:spAutoFit/>
          </a:bodyPr>
          <a:lstStyle/>
          <a:p>
            <a:pPr marL="69750">
              <a:lnSpc>
                <a:spcPct val="110000"/>
              </a:lnSpc>
              <a:spcBef>
                <a:spcPts val="200"/>
              </a:spcBef>
              <a:buClr>
                <a:srgbClr val="2275DD"/>
              </a:buClr>
              <a:buSzPct val="100000"/>
            </a:pPr>
            <a:r>
              <a:rPr sz="1400" dirty="0" err="1">
                <a:solidFill>
                  <a:srgbClr val="123B70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가슴압박</a:t>
            </a:r>
            <a:r>
              <a:rPr sz="1400" dirty="0">
                <a:solidFill>
                  <a:srgbClr val="123B70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 30회</a:t>
            </a:r>
          </a:p>
        </p:txBody>
      </p:sp>
      <p:sp>
        <p:nvSpPr>
          <p:cNvPr id="13" name="step-body-3">
            <a:extLst>
              <a:ext uri="{FF2B5EF4-FFF2-40B4-BE49-F238E27FC236}">
                <a16:creationId xmlns:a16="http://schemas.microsoft.com/office/drawing/2014/main" id="{076F7DB0-B2FE-5486-7B5A-3E66BCA47E57}"/>
              </a:ext>
            </a:extLst>
          </p:cNvPr>
          <p:cNvSpPr>
            <a:spLocks noGrp="1"/>
          </p:cNvSpPr>
          <p:nvPr/>
        </p:nvSpPr>
        <p:spPr>
          <a:xfrm>
            <a:off x="6210300" y="5334000"/>
            <a:ext cx="26003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rPr sz="120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한 주기 압박 횟수: 30회</a:t>
            </a:r>
          </a:p>
          <a:p>
            <a:r>
              <a:rPr sz="120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깊이 약 5cm · 속도 분당 100~120회</a:t>
            </a:r>
          </a:p>
        </p:txBody>
      </p:sp>
      <p:sp>
        <p:nvSpPr>
          <p:cNvPr id="14" name="step-4">
            <a:extLst>
              <a:ext uri="{FF2B5EF4-FFF2-40B4-BE49-F238E27FC236}">
                <a16:creationId xmlns:a16="http://schemas.microsoft.com/office/drawing/2014/main" id="{E5AD838E-9007-29B1-C842-B495659FA6AA}"/>
              </a:ext>
            </a:extLst>
          </p:cNvPr>
          <p:cNvSpPr>
            <a:spLocks noGrp="1"/>
          </p:cNvSpPr>
          <p:nvPr/>
        </p:nvSpPr>
        <p:spPr>
          <a:xfrm>
            <a:off x="9039225" y="4981575"/>
            <a:ext cx="304800" cy="304800"/>
          </a:xfrm>
          <a:prstGeom prst="ellipse">
            <a:avLst/>
          </a:prstGeom>
          <a:solidFill>
            <a:srgbClr val="123B70"/>
          </a:solidFill>
          <a:ln w="0">
            <a:solidFill>
              <a:srgbClr val="123B7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04</a:t>
            </a:r>
          </a:p>
        </p:txBody>
      </p:sp>
      <p:sp>
        <p:nvSpPr>
          <p:cNvPr id="15" name="step-title-4">
            <a:extLst>
              <a:ext uri="{FF2B5EF4-FFF2-40B4-BE49-F238E27FC236}">
                <a16:creationId xmlns:a16="http://schemas.microsoft.com/office/drawing/2014/main" id="{0EBC4206-77FB-7B34-14EE-897F5370F28C}"/>
              </a:ext>
            </a:extLst>
          </p:cNvPr>
          <p:cNvSpPr>
            <a:spLocks noGrp="1"/>
          </p:cNvSpPr>
          <p:nvPr/>
        </p:nvSpPr>
        <p:spPr>
          <a:xfrm>
            <a:off x="9439275" y="4991100"/>
            <a:ext cx="2200275" cy="276225"/>
          </a:xfrm>
          <a:prstGeom prst="rect">
            <a:avLst/>
          </a:prstGeom>
        </p:spPr>
        <p:txBody>
          <a:bodyPr wrap="none" lIns="0" rtlCol="0" anchor="ctr">
            <a:spAutoFit/>
          </a:bodyPr>
          <a:lstStyle/>
          <a:p>
            <a:pPr marL="69750">
              <a:lnSpc>
                <a:spcPct val="110000"/>
              </a:lnSpc>
              <a:spcBef>
                <a:spcPts val="200"/>
              </a:spcBef>
              <a:buClr>
                <a:srgbClr val="2275DD"/>
              </a:buClr>
              <a:buSzPct val="100000"/>
            </a:pPr>
            <a:r>
              <a:rPr sz="1400">
                <a:solidFill>
                  <a:srgbClr val="123B70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필요 시 인공호흡 2회</a:t>
            </a:r>
          </a:p>
        </p:txBody>
      </p:sp>
      <p:sp>
        <p:nvSpPr>
          <p:cNvPr id="16" name="step-body-4">
            <a:extLst>
              <a:ext uri="{FF2B5EF4-FFF2-40B4-BE49-F238E27FC236}">
                <a16:creationId xmlns:a16="http://schemas.microsoft.com/office/drawing/2014/main" id="{47E7A211-EB9E-C89E-B2F9-0508289389C4}"/>
              </a:ext>
            </a:extLst>
          </p:cNvPr>
          <p:cNvSpPr>
            <a:spLocks noGrp="1"/>
          </p:cNvSpPr>
          <p:nvPr/>
        </p:nvSpPr>
        <p:spPr>
          <a:xfrm>
            <a:off x="9039225" y="5334000"/>
            <a:ext cx="26003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교육받았고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시행할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수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있다면</a:t>
            </a:r>
            <a:endParaRPr sz="1200" dirty="0">
              <a:solidFill>
                <a:srgbClr val="354A60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가슴이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올라오도록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1초씩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불어넣습니다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</a:p>
        </p:txBody>
      </p:sp>
      <p:sp>
        <p:nvSpPr>
          <p:cNvPr id="17" name="safety-rule">
            <a:extLst>
              <a:ext uri="{FF2B5EF4-FFF2-40B4-BE49-F238E27FC236}">
                <a16:creationId xmlns:a16="http://schemas.microsoft.com/office/drawing/2014/main" id="{DC83FE93-D02C-4B34-E125-EA05BF1133EE}"/>
              </a:ext>
            </a:extLst>
          </p:cNvPr>
          <p:cNvSpPr>
            <a:spLocks noGrp="1"/>
          </p:cNvSpPr>
          <p:nvPr/>
        </p:nvSpPr>
        <p:spPr>
          <a:xfrm>
            <a:off x="552450" y="5847225"/>
            <a:ext cx="11087100" cy="371475"/>
          </a:xfrm>
          <a:prstGeom prst="roundRect">
            <a:avLst>
              <a:gd name="adj" fmla="val 25641"/>
            </a:avLst>
          </a:prstGeom>
          <a:solidFill>
            <a:srgbClr val="EEF6FF"/>
          </a:solidFill>
          <a:ln w="9525">
            <a:solidFill>
              <a:srgbClr val="B7D5F4"/>
            </a:solidFill>
            <a:prstDash val="solid"/>
          </a:ln>
        </p:spPr>
        <p:txBody>
          <a:bodyPr wrap="square" lIns="133350" tIns="0" rIns="133350" bIns="0" anchor="ctr">
            <a:noAutofit/>
          </a:bodyPr>
          <a:lstStyle/>
          <a:p>
            <a:pPr algn="ctr">
              <a:defRPr sz="1200" b="1">
                <a:solidFill>
                  <a:srgbClr val="174E82"/>
                </a:solidFill>
                <a:latin typeface="Noto Sans KR"/>
                <a:ea typeface="Noto Sans KR"/>
                <a:cs typeface="Noto Sans KR"/>
              </a:defRPr>
            </a:pPr>
            <a:r>
              <a:rPr sz="1400" dirty="0">
                <a:solidFill>
                  <a:srgbClr val="174E82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!  </a:t>
            </a:r>
            <a:r>
              <a:rPr sz="1400" dirty="0" err="1">
                <a:solidFill>
                  <a:srgbClr val="174E82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가능하면</a:t>
            </a:r>
            <a:r>
              <a:rPr sz="1400" dirty="0">
                <a:solidFill>
                  <a:srgbClr val="174E82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 30:2로 </a:t>
            </a:r>
            <a:r>
              <a:rPr sz="1400" dirty="0" err="1">
                <a:solidFill>
                  <a:srgbClr val="174E82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반복하고</a:t>
            </a:r>
            <a:r>
              <a:rPr sz="1400" dirty="0">
                <a:solidFill>
                  <a:srgbClr val="174E82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, </a:t>
            </a:r>
            <a:r>
              <a:rPr sz="1400" dirty="0" err="1">
                <a:solidFill>
                  <a:srgbClr val="174E82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어렵다면</a:t>
            </a:r>
            <a:r>
              <a:rPr sz="1400" dirty="0">
                <a:solidFill>
                  <a:srgbClr val="174E82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 </a:t>
            </a:r>
            <a:r>
              <a:rPr sz="1400" dirty="0" err="1">
                <a:solidFill>
                  <a:srgbClr val="174E82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가슴압박만</a:t>
            </a:r>
            <a:r>
              <a:rPr sz="1400" dirty="0">
                <a:solidFill>
                  <a:srgbClr val="174E82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 </a:t>
            </a:r>
            <a:r>
              <a:rPr sz="1400" dirty="0" err="1">
                <a:solidFill>
                  <a:srgbClr val="174E82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계속합니다</a:t>
            </a:r>
            <a:r>
              <a:rPr sz="1400" dirty="0">
                <a:solidFill>
                  <a:srgbClr val="174E82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. </a:t>
            </a:r>
            <a:r>
              <a:rPr sz="1400" dirty="0" err="1">
                <a:solidFill>
                  <a:srgbClr val="174E82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AED가</a:t>
            </a:r>
            <a:r>
              <a:rPr sz="1400" dirty="0">
                <a:solidFill>
                  <a:srgbClr val="174E82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 </a:t>
            </a:r>
            <a:r>
              <a:rPr sz="1400" dirty="0" err="1">
                <a:solidFill>
                  <a:srgbClr val="174E82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도착하면</a:t>
            </a:r>
            <a:r>
              <a:rPr sz="1400" dirty="0">
                <a:solidFill>
                  <a:srgbClr val="174E82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 </a:t>
            </a:r>
            <a:r>
              <a:rPr sz="1400" dirty="0" err="1">
                <a:solidFill>
                  <a:srgbClr val="174E82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즉시</a:t>
            </a:r>
            <a:r>
              <a:rPr sz="1400" dirty="0">
                <a:solidFill>
                  <a:srgbClr val="174E82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 </a:t>
            </a:r>
            <a:r>
              <a:rPr sz="1400" dirty="0" err="1">
                <a:solidFill>
                  <a:srgbClr val="174E82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적용합니다</a:t>
            </a:r>
            <a:r>
              <a:rPr sz="1400" dirty="0">
                <a:solidFill>
                  <a:srgbClr val="174E82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BFDCAE3-FFFE-72E0-1278-43B63AD1FF1A}"/>
              </a:ext>
            </a:extLst>
          </p:cNvPr>
          <p:cNvSpPr txBox="1"/>
          <p:nvPr/>
        </p:nvSpPr>
        <p:spPr>
          <a:xfrm>
            <a:off x="992811" y="141083"/>
            <a:ext cx="1890902" cy="313034"/>
          </a:xfrm>
          <a:prstGeom prst="rect">
            <a:avLst/>
          </a:prstGeom>
        </p:spPr>
        <p:txBody>
          <a:bodyPr wrap="none" lIns="0" rtlCol="0" anchor="ctr">
            <a:spAutoFit/>
          </a:bodyPr>
          <a:lstStyle/>
          <a:p>
            <a:pPr marL="69750">
              <a:lnSpc>
                <a:spcPct val="110000"/>
              </a:lnSpc>
              <a:spcBef>
                <a:spcPts val="200"/>
              </a:spcBef>
              <a:buClr>
                <a:srgbClr val="2275DD"/>
              </a:buClr>
              <a:buSzPct val="100000"/>
            </a:pPr>
            <a:r>
              <a:rPr lang="ko-KR" altLang="en-US" sz="1400" dirty="0">
                <a:solidFill>
                  <a:srgbClr val="5B789A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Noto Sans KR"/>
              </a:rPr>
              <a:t>재난 유형별 대피 및 조치</a:t>
            </a:r>
          </a:p>
        </p:txBody>
      </p:sp>
    </p:spTree>
    <p:extLst>
      <p:ext uri="{BB962C8B-B14F-4D97-AF65-F5344CB8AC3E}">
        <p14:creationId xmlns:p14="http://schemas.microsoft.com/office/powerpoint/2010/main" val="14569055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자유형: 도형 148">
            <a:extLst>
              <a:ext uri="{FF2B5EF4-FFF2-40B4-BE49-F238E27FC236}">
                <a16:creationId xmlns:a16="http://schemas.microsoft.com/office/drawing/2014/main" id="{7E93F9D0-2C68-67D0-250C-54EA6237306D}"/>
              </a:ext>
            </a:extLst>
          </p:cNvPr>
          <p:cNvSpPr/>
          <p:nvPr/>
        </p:nvSpPr>
        <p:spPr>
          <a:xfrm>
            <a:off x="11004371" y="1069436"/>
            <a:ext cx="259072" cy="130567"/>
          </a:xfrm>
          <a:custGeom>
            <a:avLst/>
            <a:gdLst>
              <a:gd name="connsiteX0" fmla="*/ 0 w 259072"/>
              <a:gd name="connsiteY0" fmla="*/ 0 h 130567"/>
              <a:gd name="connsiteX1" fmla="*/ 259072 w 259072"/>
              <a:gd name="connsiteY1" fmla="*/ 0 h 130567"/>
              <a:gd name="connsiteX2" fmla="*/ 259072 w 259072"/>
              <a:gd name="connsiteY2" fmla="*/ 130567 h 130567"/>
              <a:gd name="connsiteX3" fmla="*/ 112097 w 259072"/>
              <a:gd name="connsiteY3" fmla="*/ 130567 h 130567"/>
              <a:gd name="connsiteX4" fmla="*/ 0 w 259072"/>
              <a:gd name="connsiteY4" fmla="*/ 0 h 130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9072" h="130567">
                <a:moveTo>
                  <a:pt x="0" y="0"/>
                </a:moveTo>
                <a:lnTo>
                  <a:pt x="259072" y="0"/>
                </a:lnTo>
                <a:lnTo>
                  <a:pt x="259072" y="130567"/>
                </a:lnTo>
                <a:lnTo>
                  <a:pt x="112097" y="130567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 Medium" panose="02000603000000020004" pitchFamily="2" charset="-127"/>
              <a:ea typeface="Pretendard Medium" panose="02000603000000020004" pitchFamily="2" charset="-127"/>
              <a:cs typeface="+mn-cs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D5444DD-D0AD-2000-3D27-4E48522F1A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16098" y="6356350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9ADAF8-EB0A-4AD9-90D7-E41C7CA590E1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ea typeface="Pretendard" panose="02000503000000020004" pitchFamily="2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CA698D-03FB-1A20-A8E5-23BF0829D8B7}"/>
              </a:ext>
            </a:extLst>
          </p:cNvPr>
          <p:cNvSpPr txBox="1"/>
          <p:nvPr/>
        </p:nvSpPr>
        <p:spPr>
          <a:xfrm>
            <a:off x="956951" y="423105"/>
            <a:ext cx="81211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-150" normalizeH="0" baseline="0">
                <a:ln>
                  <a:noFill/>
                </a:ln>
                <a:gradFill>
                  <a:gsLst>
                    <a:gs pos="0">
                      <a:srgbClr val="083874"/>
                    </a:gs>
                    <a:gs pos="100000">
                      <a:srgbClr val="083874"/>
                    </a:gs>
                  </a:gsLst>
                  <a:lin ang="16200000" scaled="1"/>
                </a:gradFill>
                <a:effectLst>
                  <a:innerShdw blurRad="127000" dist="50800" dir="13500000">
                    <a:prstClr val="black">
                      <a:alpha val="50000"/>
                    </a:prstClr>
                  </a:innerShdw>
                </a:effectLst>
                <a:uLnTx/>
                <a:uFillTx/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defRPr>
            </a:lvl1pPr>
          </a:lstStyle>
          <a:p>
            <a:r>
              <a:rPr lang="ko-KR" altLang="en-US" dirty="0"/>
              <a:t>지진 시 행동요령 </a:t>
            </a:r>
            <a:r>
              <a:rPr lang="en-US" altLang="ko-KR" dirty="0"/>
              <a:t>: </a:t>
            </a:r>
            <a:r>
              <a:rPr lang="ko-KR" altLang="en-US" dirty="0"/>
              <a:t>흔들릴 때 보호</a:t>
            </a:r>
            <a:r>
              <a:rPr lang="en-US" altLang="ko-KR" dirty="0"/>
              <a:t>, </a:t>
            </a:r>
            <a:r>
              <a:rPr lang="ko-KR" altLang="en-US" dirty="0"/>
              <a:t>멈춘 뒤 대피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F4E0CF8-D3AF-A993-C18E-F87885CCE574}"/>
              </a:ext>
            </a:extLst>
          </p:cNvPr>
          <p:cNvSpPr txBox="1"/>
          <p:nvPr/>
        </p:nvSpPr>
        <p:spPr>
          <a:xfrm>
            <a:off x="380811" y="484660"/>
            <a:ext cx="5725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pc="-15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16200000" scaled="1"/>
                </a:gra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08</a:t>
            </a:r>
            <a:endParaRPr lang="ko-KR" altLang="en-US" sz="2800" spc="-150" dirty="0"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lin ang="16200000" scaled="1"/>
              </a:gra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4506F4-E39F-82C7-2EEC-F33261683651}"/>
              </a:ext>
            </a:extLst>
          </p:cNvPr>
          <p:cNvSpPr txBox="1"/>
          <p:nvPr/>
        </p:nvSpPr>
        <p:spPr>
          <a:xfrm>
            <a:off x="992811" y="141083"/>
            <a:ext cx="1890902" cy="313034"/>
          </a:xfrm>
          <a:prstGeom prst="rect">
            <a:avLst/>
          </a:prstGeom>
        </p:spPr>
        <p:txBody>
          <a:bodyPr wrap="none" lIns="0" rtlCol="0" anchor="ctr">
            <a:spAutoFit/>
          </a:bodyPr>
          <a:lstStyle/>
          <a:p>
            <a:pPr marL="69750">
              <a:lnSpc>
                <a:spcPct val="110000"/>
              </a:lnSpc>
              <a:spcBef>
                <a:spcPts val="200"/>
              </a:spcBef>
              <a:buClr>
                <a:srgbClr val="2275DD"/>
              </a:buClr>
              <a:buSzPct val="100000"/>
            </a:pPr>
            <a:r>
              <a:rPr lang="ko-KR" altLang="en-US" sz="1400" dirty="0">
                <a:solidFill>
                  <a:srgbClr val="5B789A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Noto Sans KR"/>
              </a:rPr>
              <a:t>재난 유형별 대피 및 조치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C6239342-2174-2994-76A7-71710E2538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386" b="20386"/>
          <a:stretch>
            <a:fillRect/>
          </a:stretch>
        </p:blipFill>
        <p:spPr>
          <a:xfrm>
            <a:off x="552450" y="1219200"/>
            <a:ext cx="11087100" cy="3695700"/>
          </a:xfrm>
          <a:prstGeom prst="rect">
            <a:avLst/>
          </a:prstGeom>
        </p:spPr>
      </p:pic>
      <p:sp>
        <p:nvSpPr>
          <p:cNvPr id="13" name="step-1">
            <a:extLst>
              <a:ext uri="{FF2B5EF4-FFF2-40B4-BE49-F238E27FC236}">
                <a16:creationId xmlns:a16="http://schemas.microsoft.com/office/drawing/2014/main" id="{1F9BB43E-F211-7526-802E-D7325A114115}"/>
              </a:ext>
            </a:extLst>
          </p:cNvPr>
          <p:cNvSpPr>
            <a:spLocks noGrp="1"/>
          </p:cNvSpPr>
          <p:nvPr/>
        </p:nvSpPr>
        <p:spPr>
          <a:xfrm>
            <a:off x="552450" y="4981575"/>
            <a:ext cx="304800" cy="304800"/>
          </a:xfrm>
          <a:prstGeom prst="ellipse">
            <a:avLst/>
          </a:prstGeom>
          <a:solidFill>
            <a:srgbClr val="123B70"/>
          </a:solidFill>
          <a:ln w="0">
            <a:solidFill>
              <a:srgbClr val="123B7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01</a:t>
            </a:r>
          </a:p>
        </p:txBody>
      </p:sp>
      <p:sp>
        <p:nvSpPr>
          <p:cNvPr id="14" name="step-title-1">
            <a:extLst>
              <a:ext uri="{FF2B5EF4-FFF2-40B4-BE49-F238E27FC236}">
                <a16:creationId xmlns:a16="http://schemas.microsoft.com/office/drawing/2014/main" id="{AEE1A73A-95D3-C585-9E62-3E621AD148A2}"/>
              </a:ext>
            </a:extLst>
          </p:cNvPr>
          <p:cNvSpPr>
            <a:spLocks noGrp="1"/>
          </p:cNvSpPr>
          <p:nvPr/>
        </p:nvSpPr>
        <p:spPr>
          <a:xfrm>
            <a:off x="952500" y="4991100"/>
            <a:ext cx="2200275" cy="276225"/>
          </a:xfrm>
          <a:prstGeom prst="rect">
            <a:avLst/>
          </a:prstGeom>
        </p:spPr>
        <p:txBody>
          <a:bodyPr wrap="none" lIns="0" rtlCol="0" anchor="ctr">
            <a:spAutoFit/>
          </a:bodyPr>
          <a:lstStyle/>
          <a:p>
            <a:pPr marL="69750">
              <a:lnSpc>
                <a:spcPct val="110000"/>
              </a:lnSpc>
              <a:spcBef>
                <a:spcPts val="200"/>
              </a:spcBef>
              <a:buClr>
                <a:srgbClr val="2275DD"/>
              </a:buClr>
              <a:buSzPct val="100000"/>
            </a:pPr>
            <a:r>
              <a:rPr sz="1400">
                <a:solidFill>
                  <a:srgbClr val="123B70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흔들릴 때</a:t>
            </a:r>
          </a:p>
        </p:txBody>
      </p:sp>
      <p:sp>
        <p:nvSpPr>
          <p:cNvPr id="15" name="step-body-1">
            <a:extLst>
              <a:ext uri="{FF2B5EF4-FFF2-40B4-BE49-F238E27FC236}">
                <a16:creationId xmlns:a16="http://schemas.microsoft.com/office/drawing/2014/main" id="{E0A25E14-7996-55C8-D0F8-3609E2382984}"/>
              </a:ext>
            </a:extLst>
          </p:cNvPr>
          <p:cNvSpPr>
            <a:spLocks noGrp="1"/>
          </p:cNvSpPr>
          <p:nvPr/>
        </p:nvSpPr>
        <p:spPr>
          <a:xfrm>
            <a:off x="552450" y="5334000"/>
            <a:ext cx="26003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튼튼한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탁자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아래에서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머리와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몸을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보호하고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탁자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다리를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잡습니다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</a:p>
        </p:txBody>
      </p:sp>
      <p:sp>
        <p:nvSpPr>
          <p:cNvPr id="16" name="step-2">
            <a:extLst>
              <a:ext uri="{FF2B5EF4-FFF2-40B4-BE49-F238E27FC236}">
                <a16:creationId xmlns:a16="http://schemas.microsoft.com/office/drawing/2014/main" id="{FFAC994E-F1EF-0204-F5ED-2BF53A4A15BF}"/>
              </a:ext>
            </a:extLst>
          </p:cNvPr>
          <p:cNvSpPr>
            <a:spLocks noGrp="1"/>
          </p:cNvSpPr>
          <p:nvPr/>
        </p:nvSpPr>
        <p:spPr>
          <a:xfrm>
            <a:off x="3381375" y="4981575"/>
            <a:ext cx="304800" cy="304800"/>
          </a:xfrm>
          <a:prstGeom prst="ellipse">
            <a:avLst/>
          </a:prstGeom>
          <a:solidFill>
            <a:srgbClr val="123B70"/>
          </a:solidFill>
          <a:ln w="0">
            <a:solidFill>
              <a:srgbClr val="123B7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02</a:t>
            </a:r>
          </a:p>
        </p:txBody>
      </p:sp>
      <p:sp>
        <p:nvSpPr>
          <p:cNvPr id="17" name="step-title-2">
            <a:extLst>
              <a:ext uri="{FF2B5EF4-FFF2-40B4-BE49-F238E27FC236}">
                <a16:creationId xmlns:a16="http://schemas.microsoft.com/office/drawing/2014/main" id="{C6ABFF9A-A51D-4D02-E868-17BECB95CA5D}"/>
              </a:ext>
            </a:extLst>
          </p:cNvPr>
          <p:cNvSpPr>
            <a:spLocks noGrp="1"/>
          </p:cNvSpPr>
          <p:nvPr/>
        </p:nvSpPr>
        <p:spPr>
          <a:xfrm>
            <a:off x="3781425" y="4991100"/>
            <a:ext cx="2200275" cy="276225"/>
          </a:xfrm>
          <a:prstGeom prst="rect">
            <a:avLst/>
          </a:prstGeom>
        </p:spPr>
        <p:txBody>
          <a:bodyPr wrap="none" lIns="0" rtlCol="0" anchor="ctr">
            <a:spAutoFit/>
          </a:bodyPr>
          <a:lstStyle/>
          <a:p>
            <a:pPr marL="69750">
              <a:lnSpc>
                <a:spcPct val="110000"/>
              </a:lnSpc>
              <a:spcBef>
                <a:spcPts val="200"/>
              </a:spcBef>
              <a:buClr>
                <a:srgbClr val="2275DD"/>
              </a:buClr>
              <a:buSzPct val="100000"/>
            </a:pPr>
            <a:r>
              <a:rPr sz="1400">
                <a:solidFill>
                  <a:srgbClr val="123B70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멈춘 뒤</a:t>
            </a:r>
          </a:p>
        </p:txBody>
      </p:sp>
      <p:sp>
        <p:nvSpPr>
          <p:cNvPr id="18" name="step-body-2">
            <a:extLst>
              <a:ext uri="{FF2B5EF4-FFF2-40B4-BE49-F238E27FC236}">
                <a16:creationId xmlns:a16="http://schemas.microsoft.com/office/drawing/2014/main" id="{350C8786-DCA3-4BDC-5A18-CCCAC52676FB}"/>
              </a:ext>
            </a:extLst>
          </p:cNvPr>
          <p:cNvSpPr>
            <a:spLocks noGrp="1"/>
          </p:cNvSpPr>
          <p:nvPr/>
        </p:nvSpPr>
        <p:spPr>
          <a:xfrm>
            <a:off x="3381375" y="5334000"/>
            <a:ext cx="26003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가스와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전기를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차단하고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문을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열어</a:t>
            </a:r>
            <a:r>
              <a:rPr lang="ko-KR" altLang="en-US"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서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출구를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확보합니다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</a:p>
        </p:txBody>
      </p:sp>
      <p:sp>
        <p:nvSpPr>
          <p:cNvPr id="20" name="step-3">
            <a:extLst>
              <a:ext uri="{FF2B5EF4-FFF2-40B4-BE49-F238E27FC236}">
                <a16:creationId xmlns:a16="http://schemas.microsoft.com/office/drawing/2014/main" id="{1C7FB0BE-FB55-E9F7-87A6-E9D70D18A4CE}"/>
              </a:ext>
            </a:extLst>
          </p:cNvPr>
          <p:cNvSpPr>
            <a:spLocks noGrp="1"/>
          </p:cNvSpPr>
          <p:nvPr/>
        </p:nvSpPr>
        <p:spPr>
          <a:xfrm>
            <a:off x="6210300" y="4981575"/>
            <a:ext cx="304800" cy="304800"/>
          </a:xfrm>
          <a:prstGeom prst="ellipse">
            <a:avLst/>
          </a:prstGeom>
          <a:solidFill>
            <a:srgbClr val="123B70"/>
          </a:solidFill>
          <a:ln w="0">
            <a:solidFill>
              <a:srgbClr val="123B7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03</a:t>
            </a:r>
          </a:p>
        </p:txBody>
      </p:sp>
      <p:sp>
        <p:nvSpPr>
          <p:cNvPr id="22" name="step-title-3">
            <a:extLst>
              <a:ext uri="{FF2B5EF4-FFF2-40B4-BE49-F238E27FC236}">
                <a16:creationId xmlns:a16="http://schemas.microsoft.com/office/drawing/2014/main" id="{D78079A2-8EB2-FB96-FB85-F186CABA3F2F}"/>
              </a:ext>
            </a:extLst>
          </p:cNvPr>
          <p:cNvSpPr>
            <a:spLocks noGrp="1"/>
          </p:cNvSpPr>
          <p:nvPr/>
        </p:nvSpPr>
        <p:spPr>
          <a:xfrm>
            <a:off x="6610350" y="4991100"/>
            <a:ext cx="2200275" cy="276225"/>
          </a:xfrm>
          <a:prstGeom prst="rect">
            <a:avLst/>
          </a:prstGeom>
        </p:spPr>
        <p:txBody>
          <a:bodyPr wrap="none" lIns="0" rtlCol="0" anchor="ctr">
            <a:spAutoFit/>
          </a:bodyPr>
          <a:lstStyle/>
          <a:p>
            <a:pPr marL="69750">
              <a:lnSpc>
                <a:spcPct val="110000"/>
              </a:lnSpc>
              <a:spcBef>
                <a:spcPts val="200"/>
              </a:spcBef>
              <a:buClr>
                <a:srgbClr val="2275DD"/>
              </a:buClr>
              <a:buSzPct val="100000"/>
            </a:pPr>
            <a:r>
              <a:rPr sz="1400">
                <a:solidFill>
                  <a:srgbClr val="123B70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계단으로 이동</a:t>
            </a:r>
          </a:p>
        </p:txBody>
      </p:sp>
      <p:sp>
        <p:nvSpPr>
          <p:cNvPr id="24" name="step-body-3">
            <a:extLst>
              <a:ext uri="{FF2B5EF4-FFF2-40B4-BE49-F238E27FC236}">
                <a16:creationId xmlns:a16="http://schemas.microsoft.com/office/drawing/2014/main" id="{1034E3C4-DEB1-B34D-14D4-3A9E28094123}"/>
              </a:ext>
            </a:extLst>
          </p:cNvPr>
          <p:cNvSpPr>
            <a:spLocks noGrp="1"/>
          </p:cNvSpPr>
          <p:nvPr/>
        </p:nvSpPr>
        <p:spPr>
          <a:xfrm>
            <a:off x="6210300" y="5334000"/>
            <a:ext cx="26003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신발을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신고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머리를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보호하며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계단으로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침착하게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이동합니다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</a:p>
        </p:txBody>
      </p:sp>
      <p:sp>
        <p:nvSpPr>
          <p:cNvPr id="25" name="step-4">
            <a:extLst>
              <a:ext uri="{FF2B5EF4-FFF2-40B4-BE49-F238E27FC236}">
                <a16:creationId xmlns:a16="http://schemas.microsoft.com/office/drawing/2014/main" id="{72715A80-151E-73D7-FC5A-C9BD587D9612}"/>
              </a:ext>
            </a:extLst>
          </p:cNvPr>
          <p:cNvSpPr>
            <a:spLocks noGrp="1"/>
          </p:cNvSpPr>
          <p:nvPr/>
        </p:nvSpPr>
        <p:spPr>
          <a:xfrm>
            <a:off x="9039225" y="4981575"/>
            <a:ext cx="304800" cy="304800"/>
          </a:xfrm>
          <a:prstGeom prst="ellipse">
            <a:avLst/>
          </a:prstGeom>
          <a:solidFill>
            <a:srgbClr val="123B70"/>
          </a:solidFill>
          <a:ln w="0">
            <a:solidFill>
              <a:srgbClr val="123B7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04</a:t>
            </a:r>
          </a:p>
        </p:txBody>
      </p:sp>
      <p:sp>
        <p:nvSpPr>
          <p:cNvPr id="27" name="step-title-4">
            <a:extLst>
              <a:ext uri="{FF2B5EF4-FFF2-40B4-BE49-F238E27FC236}">
                <a16:creationId xmlns:a16="http://schemas.microsoft.com/office/drawing/2014/main" id="{A8F5C733-83BD-CAE0-7A57-E7EEC3C70C91}"/>
              </a:ext>
            </a:extLst>
          </p:cNvPr>
          <p:cNvSpPr>
            <a:spLocks noGrp="1"/>
          </p:cNvSpPr>
          <p:nvPr/>
        </p:nvSpPr>
        <p:spPr>
          <a:xfrm>
            <a:off x="9439275" y="4991100"/>
            <a:ext cx="2200275" cy="276225"/>
          </a:xfrm>
          <a:prstGeom prst="rect">
            <a:avLst/>
          </a:prstGeom>
        </p:spPr>
        <p:txBody>
          <a:bodyPr wrap="none" lIns="0" rtlCol="0" anchor="ctr">
            <a:spAutoFit/>
          </a:bodyPr>
          <a:lstStyle/>
          <a:p>
            <a:pPr marL="69750">
              <a:lnSpc>
                <a:spcPct val="110000"/>
              </a:lnSpc>
              <a:spcBef>
                <a:spcPts val="200"/>
              </a:spcBef>
              <a:buClr>
                <a:srgbClr val="2275DD"/>
              </a:buClr>
              <a:buSzPct val="100000"/>
            </a:pPr>
            <a:r>
              <a:rPr sz="1400">
                <a:solidFill>
                  <a:srgbClr val="123B70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넓은 곳·공식 안내</a:t>
            </a:r>
          </a:p>
        </p:txBody>
      </p:sp>
      <p:sp>
        <p:nvSpPr>
          <p:cNvPr id="28" name="step-body-4">
            <a:extLst>
              <a:ext uri="{FF2B5EF4-FFF2-40B4-BE49-F238E27FC236}">
                <a16:creationId xmlns:a16="http://schemas.microsoft.com/office/drawing/2014/main" id="{48C0DAF5-B1E3-AFE0-D947-AA64ED10F0DF}"/>
              </a:ext>
            </a:extLst>
          </p:cNvPr>
          <p:cNvSpPr>
            <a:spLocks noGrp="1"/>
          </p:cNvSpPr>
          <p:nvPr/>
        </p:nvSpPr>
        <p:spPr>
          <a:xfrm>
            <a:off x="9039225" y="5334000"/>
            <a:ext cx="26003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건물과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담장에서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떨어진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넓은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장소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에서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공공기관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안내를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따릅니다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</a:p>
        </p:txBody>
      </p:sp>
      <p:sp>
        <p:nvSpPr>
          <p:cNvPr id="29" name="safety-rule">
            <a:extLst>
              <a:ext uri="{FF2B5EF4-FFF2-40B4-BE49-F238E27FC236}">
                <a16:creationId xmlns:a16="http://schemas.microsoft.com/office/drawing/2014/main" id="{A93D5E7A-321D-B31B-7C7B-C4A07B88D7A9}"/>
              </a:ext>
            </a:extLst>
          </p:cNvPr>
          <p:cNvSpPr>
            <a:spLocks noGrp="1"/>
          </p:cNvSpPr>
          <p:nvPr/>
        </p:nvSpPr>
        <p:spPr>
          <a:xfrm>
            <a:off x="552450" y="5847225"/>
            <a:ext cx="11087100" cy="371475"/>
          </a:xfrm>
          <a:prstGeom prst="roundRect">
            <a:avLst>
              <a:gd name="adj" fmla="val 25641"/>
            </a:avLst>
          </a:prstGeom>
          <a:solidFill>
            <a:srgbClr val="FFF8E8"/>
          </a:solidFill>
          <a:ln w="9525">
            <a:solidFill>
              <a:srgbClr val="E9CF96"/>
            </a:solidFill>
            <a:prstDash val="solid"/>
          </a:ln>
        </p:spPr>
        <p:txBody>
          <a:bodyPr wrap="square" lIns="133350" tIns="0" rIns="133350" bIns="0" anchor="ctr">
            <a:noAutofit/>
          </a:bodyPr>
          <a:lstStyle/>
          <a:p>
            <a:pPr marL="69750" algn="ctr">
              <a:lnSpc>
                <a:spcPct val="110000"/>
              </a:lnSpc>
              <a:spcBef>
                <a:spcPts val="200"/>
              </a:spcBef>
              <a:buClr>
                <a:srgbClr val="2275DD"/>
              </a:buClr>
              <a:buSzPct val="100000"/>
              <a:defRPr sz="1200" b="1">
                <a:solidFill>
                  <a:srgbClr val="755410"/>
                </a:solidFill>
                <a:latin typeface="Noto Sans KR"/>
                <a:ea typeface="Noto Sans KR"/>
                <a:cs typeface="Noto Sans KR"/>
              </a:defRPr>
            </a:pPr>
            <a:r>
              <a:rPr sz="1400" dirty="0">
                <a:solidFill>
                  <a:srgbClr val="755410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!  </a:t>
            </a:r>
            <a:r>
              <a:rPr sz="1400" dirty="0" err="1">
                <a:solidFill>
                  <a:srgbClr val="755410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엘리베이터와</a:t>
            </a:r>
            <a:r>
              <a:rPr sz="1400" dirty="0">
                <a:solidFill>
                  <a:srgbClr val="755410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 </a:t>
            </a:r>
            <a:r>
              <a:rPr sz="1400" dirty="0" err="1">
                <a:solidFill>
                  <a:srgbClr val="755410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차량을</a:t>
            </a:r>
            <a:r>
              <a:rPr sz="1400" dirty="0">
                <a:solidFill>
                  <a:srgbClr val="755410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 </a:t>
            </a:r>
            <a:r>
              <a:rPr sz="1400" dirty="0" err="1">
                <a:solidFill>
                  <a:srgbClr val="755410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이용하지</a:t>
            </a:r>
            <a:r>
              <a:rPr sz="1400" dirty="0">
                <a:solidFill>
                  <a:srgbClr val="755410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 </a:t>
            </a:r>
            <a:r>
              <a:rPr sz="1400" dirty="0" err="1">
                <a:solidFill>
                  <a:srgbClr val="755410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말고</a:t>
            </a:r>
            <a:r>
              <a:rPr sz="1400" dirty="0">
                <a:solidFill>
                  <a:srgbClr val="755410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, </a:t>
            </a:r>
            <a:r>
              <a:rPr sz="1400" dirty="0" err="1">
                <a:solidFill>
                  <a:srgbClr val="755410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유리</a:t>
            </a:r>
            <a:r>
              <a:rPr sz="1400" dirty="0">
                <a:solidFill>
                  <a:srgbClr val="755410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 </a:t>
            </a:r>
            <a:r>
              <a:rPr sz="1400" dirty="0" err="1">
                <a:solidFill>
                  <a:srgbClr val="755410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파편과</a:t>
            </a:r>
            <a:r>
              <a:rPr sz="1400" dirty="0">
                <a:solidFill>
                  <a:srgbClr val="755410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 </a:t>
            </a:r>
            <a:r>
              <a:rPr sz="1400" dirty="0" err="1">
                <a:solidFill>
                  <a:srgbClr val="755410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낙하물을</a:t>
            </a:r>
            <a:r>
              <a:rPr sz="1400" dirty="0">
                <a:solidFill>
                  <a:srgbClr val="755410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 </a:t>
            </a:r>
            <a:r>
              <a:rPr sz="1400" dirty="0" err="1">
                <a:solidFill>
                  <a:srgbClr val="755410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주의합니다</a:t>
            </a:r>
            <a:r>
              <a:rPr sz="1400" dirty="0">
                <a:solidFill>
                  <a:srgbClr val="755410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757629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자유형: 도형 143">
            <a:extLst>
              <a:ext uri="{FF2B5EF4-FFF2-40B4-BE49-F238E27FC236}">
                <a16:creationId xmlns:a16="http://schemas.microsoft.com/office/drawing/2014/main" id="{A8B59209-BE7B-1DDC-D10E-7D97EB1ECD89}"/>
              </a:ext>
            </a:extLst>
          </p:cNvPr>
          <p:cNvSpPr/>
          <p:nvPr/>
        </p:nvSpPr>
        <p:spPr>
          <a:xfrm>
            <a:off x="2075959" y="1556486"/>
            <a:ext cx="291605" cy="130567"/>
          </a:xfrm>
          <a:custGeom>
            <a:avLst/>
            <a:gdLst>
              <a:gd name="connsiteX0" fmla="*/ 0 w 259072"/>
              <a:gd name="connsiteY0" fmla="*/ 0 h 130567"/>
              <a:gd name="connsiteX1" fmla="*/ 259072 w 259072"/>
              <a:gd name="connsiteY1" fmla="*/ 0 h 130567"/>
              <a:gd name="connsiteX2" fmla="*/ 259072 w 259072"/>
              <a:gd name="connsiteY2" fmla="*/ 130567 h 130567"/>
              <a:gd name="connsiteX3" fmla="*/ 112097 w 259072"/>
              <a:gd name="connsiteY3" fmla="*/ 130567 h 130567"/>
              <a:gd name="connsiteX4" fmla="*/ 0 w 259072"/>
              <a:gd name="connsiteY4" fmla="*/ 0 h 130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9072" h="130567">
                <a:moveTo>
                  <a:pt x="0" y="0"/>
                </a:moveTo>
                <a:lnTo>
                  <a:pt x="259072" y="0"/>
                </a:lnTo>
                <a:lnTo>
                  <a:pt x="259072" y="130567"/>
                </a:lnTo>
                <a:lnTo>
                  <a:pt x="112097" y="130567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 Medium" panose="02000603000000020004" pitchFamily="2" charset="-127"/>
              <a:ea typeface="Pretendard Medium" panose="02000603000000020004" pitchFamily="2" charset="-127"/>
              <a:cs typeface="+mn-cs"/>
            </a:endParaRPr>
          </a:p>
        </p:txBody>
      </p:sp>
      <p:sp>
        <p:nvSpPr>
          <p:cNvPr id="147" name="자유형: 도형 146">
            <a:extLst>
              <a:ext uri="{FF2B5EF4-FFF2-40B4-BE49-F238E27FC236}">
                <a16:creationId xmlns:a16="http://schemas.microsoft.com/office/drawing/2014/main" id="{7A0B70EC-9AAD-CB68-52D4-ED356C568977}"/>
              </a:ext>
            </a:extLst>
          </p:cNvPr>
          <p:cNvSpPr/>
          <p:nvPr/>
        </p:nvSpPr>
        <p:spPr>
          <a:xfrm>
            <a:off x="6305446" y="1556486"/>
            <a:ext cx="291605" cy="130567"/>
          </a:xfrm>
          <a:custGeom>
            <a:avLst/>
            <a:gdLst>
              <a:gd name="connsiteX0" fmla="*/ 0 w 259072"/>
              <a:gd name="connsiteY0" fmla="*/ 0 h 130567"/>
              <a:gd name="connsiteX1" fmla="*/ 259072 w 259072"/>
              <a:gd name="connsiteY1" fmla="*/ 0 h 130567"/>
              <a:gd name="connsiteX2" fmla="*/ 259072 w 259072"/>
              <a:gd name="connsiteY2" fmla="*/ 130567 h 130567"/>
              <a:gd name="connsiteX3" fmla="*/ 112097 w 259072"/>
              <a:gd name="connsiteY3" fmla="*/ 130567 h 130567"/>
              <a:gd name="connsiteX4" fmla="*/ 0 w 259072"/>
              <a:gd name="connsiteY4" fmla="*/ 0 h 130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9072" h="130567">
                <a:moveTo>
                  <a:pt x="0" y="0"/>
                </a:moveTo>
                <a:lnTo>
                  <a:pt x="259072" y="0"/>
                </a:lnTo>
                <a:lnTo>
                  <a:pt x="259072" y="130567"/>
                </a:lnTo>
                <a:lnTo>
                  <a:pt x="112097" y="130567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 Medium" panose="02000603000000020004" pitchFamily="2" charset="-127"/>
              <a:ea typeface="Pretendard Medium" panose="02000603000000020004" pitchFamily="2" charset="-127"/>
              <a:cs typeface="+mn-cs"/>
            </a:endParaRPr>
          </a:p>
        </p:txBody>
      </p:sp>
      <p:sp>
        <p:nvSpPr>
          <p:cNvPr id="148" name="자유형: 도형 147">
            <a:extLst>
              <a:ext uri="{FF2B5EF4-FFF2-40B4-BE49-F238E27FC236}">
                <a16:creationId xmlns:a16="http://schemas.microsoft.com/office/drawing/2014/main" id="{AA50DBA3-9A1F-E517-B7C9-F7428BC69A53}"/>
              </a:ext>
            </a:extLst>
          </p:cNvPr>
          <p:cNvSpPr/>
          <p:nvPr/>
        </p:nvSpPr>
        <p:spPr>
          <a:xfrm>
            <a:off x="9819279" y="1556486"/>
            <a:ext cx="291605" cy="130567"/>
          </a:xfrm>
          <a:custGeom>
            <a:avLst/>
            <a:gdLst>
              <a:gd name="connsiteX0" fmla="*/ 0 w 259072"/>
              <a:gd name="connsiteY0" fmla="*/ 0 h 130567"/>
              <a:gd name="connsiteX1" fmla="*/ 259072 w 259072"/>
              <a:gd name="connsiteY1" fmla="*/ 0 h 130567"/>
              <a:gd name="connsiteX2" fmla="*/ 259072 w 259072"/>
              <a:gd name="connsiteY2" fmla="*/ 130567 h 130567"/>
              <a:gd name="connsiteX3" fmla="*/ 112097 w 259072"/>
              <a:gd name="connsiteY3" fmla="*/ 130567 h 130567"/>
              <a:gd name="connsiteX4" fmla="*/ 0 w 259072"/>
              <a:gd name="connsiteY4" fmla="*/ 0 h 130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9072" h="130567">
                <a:moveTo>
                  <a:pt x="0" y="0"/>
                </a:moveTo>
                <a:lnTo>
                  <a:pt x="259072" y="0"/>
                </a:lnTo>
                <a:lnTo>
                  <a:pt x="259072" y="130567"/>
                </a:lnTo>
                <a:lnTo>
                  <a:pt x="112097" y="130567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 Medium" panose="02000603000000020004" pitchFamily="2" charset="-127"/>
              <a:ea typeface="Pretendard Medium" panose="02000603000000020004" pitchFamily="2" charset="-127"/>
              <a:cs typeface="+mn-cs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D5444DD-D0AD-2000-3D27-4E48522F1A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9ADAF8-EB0A-4AD9-90D7-E41C7CA590E1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ea typeface="Pretendard" panose="02000503000000020004" pitchFamily="2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CA698D-03FB-1A20-A8E5-23BF0829D8B7}"/>
              </a:ext>
            </a:extLst>
          </p:cNvPr>
          <p:cNvSpPr txBox="1"/>
          <p:nvPr/>
        </p:nvSpPr>
        <p:spPr>
          <a:xfrm>
            <a:off x="956951" y="423105"/>
            <a:ext cx="88376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-150" normalizeH="0" baseline="0">
                <a:ln>
                  <a:noFill/>
                </a:ln>
                <a:gradFill>
                  <a:gsLst>
                    <a:gs pos="0">
                      <a:srgbClr val="083874"/>
                    </a:gs>
                    <a:gs pos="100000">
                      <a:srgbClr val="083874"/>
                    </a:gs>
                  </a:gsLst>
                  <a:lin ang="16200000" scaled="1"/>
                </a:gradFill>
                <a:effectLst>
                  <a:innerShdw blurRad="127000" dist="50800" dir="13500000">
                    <a:prstClr val="black">
                      <a:alpha val="50000"/>
                    </a:prstClr>
                  </a:innerShdw>
                </a:effectLst>
                <a:uLnTx/>
                <a:uFillTx/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defRPr>
            </a:lvl1pPr>
          </a:lstStyle>
          <a:p>
            <a:r>
              <a:rPr lang="ko-KR" altLang="en-US" dirty="0"/>
              <a:t>태풍</a:t>
            </a:r>
            <a:r>
              <a:rPr lang="en-US" altLang="ko-KR" dirty="0"/>
              <a:t>·</a:t>
            </a:r>
            <a:r>
              <a:rPr lang="ko-KR" altLang="en-US" dirty="0"/>
              <a:t>호우 시 행동요령 </a:t>
            </a:r>
            <a:r>
              <a:rPr lang="en-US" altLang="ko-KR" dirty="0"/>
              <a:t>: </a:t>
            </a:r>
            <a:r>
              <a:rPr lang="ko-KR" altLang="en-US" dirty="0"/>
              <a:t>실내 대기</a:t>
            </a:r>
            <a:r>
              <a:rPr lang="en-US" altLang="ko-KR" dirty="0"/>
              <a:t>, </a:t>
            </a:r>
            <a:r>
              <a:rPr lang="ko-KR" altLang="en-US" dirty="0"/>
              <a:t>침수</a:t>
            </a:r>
            <a:r>
              <a:rPr lang="en-US" altLang="ko-KR" dirty="0"/>
              <a:t>·</a:t>
            </a:r>
            <a:r>
              <a:rPr lang="ko-KR" altLang="en-US" dirty="0" err="1"/>
              <a:t>낙하물</a:t>
            </a:r>
            <a:r>
              <a:rPr lang="ko-KR" altLang="en-US" dirty="0"/>
              <a:t> 회피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F4E0CF8-D3AF-A993-C18E-F87885CCE574}"/>
              </a:ext>
            </a:extLst>
          </p:cNvPr>
          <p:cNvSpPr txBox="1"/>
          <p:nvPr/>
        </p:nvSpPr>
        <p:spPr>
          <a:xfrm>
            <a:off x="380811" y="484660"/>
            <a:ext cx="5709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-150" normalizeH="0" baseline="0" noProof="0" dirty="0">
                <a:ln>
                  <a:noFill/>
                </a:ln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09</a:t>
            </a:r>
            <a:endParaRPr kumimoji="0" lang="ko-KR" altLang="en-US" sz="2800" b="0" i="0" u="none" strike="noStrike" kern="1200" cap="none" spc="-150" normalizeH="0" baseline="0" noProof="0" dirty="0">
              <a:ln>
                <a:noFill/>
              </a:ln>
              <a:gradFill>
                <a:gsLst>
                  <a:gs pos="0">
                    <a:prstClr val="white"/>
                  </a:gs>
                  <a:gs pos="100000">
                    <a:prstClr val="white"/>
                  </a:gs>
                </a:gsLst>
                <a:lin ang="16200000" scaled="1"/>
              </a:gra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A07387-777C-A3A9-281B-6BB2466A1522}"/>
              </a:ext>
            </a:extLst>
          </p:cNvPr>
          <p:cNvSpPr txBox="1"/>
          <p:nvPr/>
        </p:nvSpPr>
        <p:spPr>
          <a:xfrm>
            <a:off x="992811" y="141083"/>
            <a:ext cx="1890902" cy="313034"/>
          </a:xfrm>
          <a:prstGeom prst="rect">
            <a:avLst/>
          </a:prstGeom>
        </p:spPr>
        <p:txBody>
          <a:bodyPr wrap="none" lIns="0" rtlCol="0" anchor="ctr">
            <a:spAutoFit/>
          </a:bodyPr>
          <a:lstStyle/>
          <a:p>
            <a:pPr marL="69750">
              <a:lnSpc>
                <a:spcPct val="110000"/>
              </a:lnSpc>
              <a:spcBef>
                <a:spcPts val="200"/>
              </a:spcBef>
              <a:buClr>
                <a:srgbClr val="2275DD"/>
              </a:buClr>
              <a:buSzPct val="100000"/>
            </a:pPr>
            <a:r>
              <a:rPr lang="ko-KR" altLang="en-US" sz="1400" dirty="0">
                <a:solidFill>
                  <a:srgbClr val="5B789A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Noto Sans KR"/>
              </a:rPr>
              <a:t>재난 유형별 대피 및 조치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62CDB83-4BC3-A520-82A5-2BCD1B0341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386" b="20386"/>
          <a:stretch>
            <a:fillRect/>
          </a:stretch>
        </p:blipFill>
        <p:spPr>
          <a:xfrm>
            <a:off x="552450" y="1219200"/>
            <a:ext cx="11087100" cy="3695700"/>
          </a:xfrm>
          <a:prstGeom prst="rect">
            <a:avLst/>
          </a:prstGeom>
        </p:spPr>
      </p:pic>
      <p:sp>
        <p:nvSpPr>
          <p:cNvPr id="6" name="step-1">
            <a:extLst>
              <a:ext uri="{FF2B5EF4-FFF2-40B4-BE49-F238E27FC236}">
                <a16:creationId xmlns:a16="http://schemas.microsoft.com/office/drawing/2014/main" id="{2DC80ED5-89A4-FC6C-2886-C7D7FB48F4D4}"/>
              </a:ext>
            </a:extLst>
          </p:cNvPr>
          <p:cNvSpPr>
            <a:spLocks noGrp="1"/>
          </p:cNvSpPr>
          <p:nvPr/>
        </p:nvSpPr>
        <p:spPr>
          <a:xfrm>
            <a:off x="552450" y="4981575"/>
            <a:ext cx="304800" cy="304800"/>
          </a:xfrm>
          <a:prstGeom prst="ellipse">
            <a:avLst/>
          </a:prstGeom>
          <a:solidFill>
            <a:srgbClr val="123B70"/>
          </a:solidFill>
          <a:ln w="0">
            <a:solidFill>
              <a:srgbClr val="123B7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01</a:t>
            </a:r>
          </a:p>
        </p:txBody>
      </p:sp>
      <p:sp>
        <p:nvSpPr>
          <p:cNvPr id="7" name="step-title-1">
            <a:extLst>
              <a:ext uri="{FF2B5EF4-FFF2-40B4-BE49-F238E27FC236}">
                <a16:creationId xmlns:a16="http://schemas.microsoft.com/office/drawing/2014/main" id="{EC283A31-E8FC-D7E5-6A1B-2EDFE25160A3}"/>
              </a:ext>
            </a:extLst>
          </p:cNvPr>
          <p:cNvSpPr>
            <a:spLocks noGrp="1"/>
          </p:cNvSpPr>
          <p:nvPr/>
        </p:nvSpPr>
        <p:spPr>
          <a:xfrm>
            <a:off x="952500" y="4991100"/>
            <a:ext cx="3079750" cy="276225"/>
          </a:xfrm>
          <a:prstGeom prst="rect">
            <a:avLst/>
          </a:prstGeom>
        </p:spPr>
        <p:txBody>
          <a:bodyPr wrap="none" lIns="0" rtlCol="0" anchor="ctr">
            <a:spAutoFit/>
          </a:bodyPr>
          <a:lstStyle/>
          <a:p>
            <a:pPr marL="69750">
              <a:lnSpc>
                <a:spcPct val="110000"/>
              </a:lnSpc>
              <a:spcBef>
                <a:spcPts val="200"/>
              </a:spcBef>
              <a:buClr>
                <a:srgbClr val="2275DD"/>
              </a:buClr>
              <a:buSzPct val="100000"/>
            </a:pPr>
            <a:r>
              <a:rPr sz="1400" dirty="0" err="1">
                <a:solidFill>
                  <a:srgbClr val="123B70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실내에서</a:t>
            </a:r>
            <a:r>
              <a:rPr sz="1400" dirty="0">
                <a:solidFill>
                  <a:srgbClr val="123B70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 </a:t>
            </a:r>
            <a:r>
              <a:rPr sz="1400" dirty="0" err="1">
                <a:solidFill>
                  <a:srgbClr val="123B70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대비</a:t>
            </a:r>
            <a:endParaRPr sz="1400" dirty="0">
              <a:solidFill>
                <a:srgbClr val="123B70"/>
              </a:solidFill>
              <a:latin typeface="Pretendard ExtraBold" panose="02000903000000020004" pitchFamily="2" charset="-127"/>
              <a:ea typeface="Pretendard ExtraBold" panose="02000903000000020004" pitchFamily="2" charset="-127"/>
            </a:endParaRPr>
          </a:p>
        </p:txBody>
      </p:sp>
      <p:sp>
        <p:nvSpPr>
          <p:cNvPr id="8" name="step-body-1">
            <a:extLst>
              <a:ext uri="{FF2B5EF4-FFF2-40B4-BE49-F238E27FC236}">
                <a16:creationId xmlns:a16="http://schemas.microsoft.com/office/drawing/2014/main" id="{D5B0F16C-A85A-08E1-EED9-A1E4578686EB}"/>
              </a:ext>
            </a:extLst>
          </p:cNvPr>
          <p:cNvSpPr>
            <a:spLocks noGrp="1"/>
          </p:cNvSpPr>
          <p:nvPr/>
        </p:nvSpPr>
        <p:spPr>
          <a:xfrm>
            <a:off x="552450" y="5334000"/>
            <a:ext cx="3479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문과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창문을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닫고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유리창에서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떨어</a:t>
            </a:r>
            <a:r>
              <a:rPr lang="ko-KR" altLang="en-US"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진 상태로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공식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기상정보를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확인합니다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</a:p>
        </p:txBody>
      </p:sp>
      <p:sp>
        <p:nvSpPr>
          <p:cNvPr id="9" name="step-2">
            <a:extLst>
              <a:ext uri="{FF2B5EF4-FFF2-40B4-BE49-F238E27FC236}">
                <a16:creationId xmlns:a16="http://schemas.microsoft.com/office/drawing/2014/main" id="{EEA7FC7C-FACD-8E90-E922-9FEAD57F1322}"/>
              </a:ext>
            </a:extLst>
          </p:cNvPr>
          <p:cNvSpPr>
            <a:spLocks noGrp="1"/>
          </p:cNvSpPr>
          <p:nvPr/>
        </p:nvSpPr>
        <p:spPr>
          <a:xfrm>
            <a:off x="4356100" y="4981575"/>
            <a:ext cx="304800" cy="304800"/>
          </a:xfrm>
          <a:prstGeom prst="ellipse">
            <a:avLst/>
          </a:prstGeom>
          <a:solidFill>
            <a:srgbClr val="123B70"/>
          </a:solidFill>
          <a:ln w="0">
            <a:solidFill>
              <a:srgbClr val="123B7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02</a:t>
            </a:r>
          </a:p>
        </p:txBody>
      </p:sp>
      <p:sp>
        <p:nvSpPr>
          <p:cNvPr id="10" name="step-title-2">
            <a:extLst>
              <a:ext uri="{FF2B5EF4-FFF2-40B4-BE49-F238E27FC236}">
                <a16:creationId xmlns:a16="http://schemas.microsoft.com/office/drawing/2014/main" id="{36253DED-B7A6-CCFE-7B58-C534D3C11BCA}"/>
              </a:ext>
            </a:extLst>
          </p:cNvPr>
          <p:cNvSpPr>
            <a:spLocks noGrp="1"/>
          </p:cNvSpPr>
          <p:nvPr/>
        </p:nvSpPr>
        <p:spPr>
          <a:xfrm>
            <a:off x="4756150" y="4991100"/>
            <a:ext cx="3079750" cy="276225"/>
          </a:xfrm>
          <a:prstGeom prst="rect">
            <a:avLst/>
          </a:prstGeom>
        </p:spPr>
        <p:txBody>
          <a:bodyPr wrap="none" lIns="0" rtlCol="0" anchor="ctr">
            <a:spAutoFit/>
          </a:bodyPr>
          <a:lstStyle/>
          <a:p>
            <a:pPr marL="69750">
              <a:lnSpc>
                <a:spcPct val="110000"/>
              </a:lnSpc>
              <a:spcBef>
                <a:spcPts val="200"/>
              </a:spcBef>
              <a:buClr>
                <a:srgbClr val="2275DD"/>
              </a:buClr>
              <a:buSzPct val="100000"/>
            </a:pPr>
            <a:r>
              <a:rPr sz="1400">
                <a:solidFill>
                  <a:srgbClr val="123B70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침수구역 우회</a:t>
            </a:r>
          </a:p>
        </p:txBody>
      </p:sp>
      <p:sp>
        <p:nvSpPr>
          <p:cNvPr id="11" name="step-body-2">
            <a:extLst>
              <a:ext uri="{FF2B5EF4-FFF2-40B4-BE49-F238E27FC236}">
                <a16:creationId xmlns:a16="http://schemas.microsoft.com/office/drawing/2014/main" id="{FC1BDF86-413A-7D7E-95F1-EBB137B7D535}"/>
              </a:ext>
            </a:extLst>
          </p:cNvPr>
          <p:cNvSpPr>
            <a:spLocks noGrp="1"/>
          </p:cNvSpPr>
          <p:nvPr/>
        </p:nvSpPr>
        <p:spPr>
          <a:xfrm>
            <a:off x="4356100" y="5334000"/>
            <a:ext cx="3479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침수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도로·지하차도·하천변·급류에는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접근하지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않고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높은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길로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이동합니다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</a:p>
        </p:txBody>
      </p:sp>
      <p:sp>
        <p:nvSpPr>
          <p:cNvPr id="12" name="step-3">
            <a:extLst>
              <a:ext uri="{FF2B5EF4-FFF2-40B4-BE49-F238E27FC236}">
                <a16:creationId xmlns:a16="http://schemas.microsoft.com/office/drawing/2014/main" id="{0709AC9D-232A-9C1D-14FA-DA9D2FDD905A}"/>
              </a:ext>
            </a:extLst>
          </p:cNvPr>
          <p:cNvSpPr>
            <a:spLocks noGrp="1"/>
          </p:cNvSpPr>
          <p:nvPr/>
        </p:nvSpPr>
        <p:spPr>
          <a:xfrm>
            <a:off x="8159750" y="4981575"/>
            <a:ext cx="304800" cy="304800"/>
          </a:xfrm>
          <a:prstGeom prst="ellipse">
            <a:avLst/>
          </a:prstGeom>
          <a:solidFill>
            <a:srgbClr val="123B70"/>
          </a:solidFill>
          <a:ln w="0">
            <a:solidFill>
              <a:srgbClr val="123B7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03</a:t>
            </a:r>
          </a:p>
        </p:txBody>
      </p:sp>
      <p:sp>
        <p:nvSpPr>
          <p:cNvPr id="13" name="step-title-3">
            <a:extLst>
              <a:ext uri="{FF2B5EF4-FFF2-40B4-BE49-F238E27FC236}">
                <a16:creationId xmlns:a16="http://schemas.microsoft.com/office/drawing/2014/main" id="{FDCA2EE2-1479-DB00-8621-F09A6F927EB6}"/>
              </a:ext>
            </a:extLst>
          </p:cNvPr>
          <p:cNvSpPr>
            <a:spLocks noGrp="1"/>
          </p:cNvSpPr>
          <p:nvPr/>
        </p:nvSpPr>
        <p:spPr>
          <a:xfrm>
            <a:off x="8559800" y="4991100"/>
            <a:ext cx="3079750" cy="276225"/>
          </a:xfrm>
          <a:prstGeom prst="rect">
            <a:avLst/>
          </a:prstGeom>
        </p:spPr>
        <p:txBody>
          <a:bodyPr wrap="none" lIns="0" rtlCol="0" anchor="ctr">
            <a:spAutoFit/>
          </a:bodyPr>
          <a:lstStyle/>
          <a:p>
            <a:pPr marL="69750">
              <a:lnSpc>
                <a:spcPct val="110000"/>
              </a:lnSpc>
              <a:spcBef>
                <a:spcPts val="200"/>
              </a:spcBef>
              <a:buClr>
                <a:srgbClr val="2275DD"/>
              </a:buClr>
              <a:buSzPct val="100000"/>
            </a:pPr>
            <a:r>
              <a:rPr sz="1400">
                <a:solidFill>
                  <a:srgbClr val="123B70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낙하물·시설물 회피</a:t>
            </a:r>
          </a:p>
        </p:txBody>
      </p:sp>
      <p:sp>
        <p:nvSpPr>
          <p:cNvPr id="14" name="step-body-3">
            <a:extLst>
              <a:ext uri="{FF2B5EF4-FFF2-40B4-BE49-F238E27FC236}">
                <a16:creationId xmlns:a16="http://schemas.microsoft.com/office/drawing/2014/main" id="{1F6E9BDD-7FC1-DB57-632C-25393A8936A0}"/>
              </a:ext>
            </a:extLst>
          </p:cNvPr>
          <p:cNvSpPr>
            <a:spLocks noGrp="1"/>
          </p:cNvSpPr>
          <p:nvPr/>
        </p:nvSpPr>
        <p:spPr>
          <a:xfrm>
            <a:off x="8159750" y="5334000"/>
            <a:ext cx="3479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rPr sz="120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공사장·간판·전신주·큰 나무에서 멀리 떨어져 튼튼한 건물로 이동합니다.</a:t>
            </a:r>
          </a:p>
        </p:txBody>
      </p:sp>
      <p:sp>
        <p:nvSpPr>
          <p:cNvPr id="15" name="safety-rule">
            <a:extLst>
              <a:ext uri="{FF2B5EF4-FFF2-40B4-BE49-F238E27FC236}">
                <a16:creationId xmlns:a16="http://schemas.microsoft.com/office/drawing/2014/main" id="{BCBDDCCA-4E56-E56C-0B05-B0E345D1844D}"/>
              </a:ext>
            </a:extLst>
          </p:cNvPr>
          <p:cNvSpPr>
            <a:spLocks noGrp="1"/>
          </p:cNvSpPr>
          <p:nvPr/>
        </p:nvSpPr>
        <p:spPr>
          <a:xfrm>
            <a:off x="552450" y="5847225"/>
            <a:ext cx="11087100" cy="371475"/>
          </a:xfrm>
          <a:prstGeom prst="roundRect">
            <a:avLst>
              <a:gd name="adj" fmla="val 25641"/>
            </a:avLst>
          </a:prstGeom>
          <a:solidFill>
            <a:srgbClr val="EEF8FB"/>
          </a:solidFill>
          <a:ln w="9525">
            <a:solidFill>
              <a:srgbClr val="B4DBE4"/>
            </a:solidFill>
            <a:prstDash val="solid"/>
          </a:ln>
        </p:spPr>
        <p:txBody>
          <a:bodyPr wrap="square" lIns="133350" tIns="0" rIns="133350" bIns="0" anchor="ctr">
            <a:noAutofit/>
          </a:bodyPr>
          <a:lstStyle/>
          <a:p>
            <a:pPr marL="69750" algn="ctr">
              <a:lnSpc>
                <a:spcPct val="110000"/>
              </a:lnSpc>
              <a:spcBef>
                <a:spcPts val="200"/>
              </a:spcBef>
              <a:buClr>
                <a:srgbClr val="2275DD"/>
              </a:buClr>
              <a:buSzPct val="100000"/>
              <a:defRPr sz="1200" b="1">
                <a:solidFill>
                  <a:srgbClr val="18596A"/>
                </a:solidFill>
                <a:latin typeface="Noto Sans KR"/>
                <a:ea typeface="Noto Sans KR"/>
                <a:cs typeface="Noto Sans KR"/>
              </a:defRPr>
            </a:pPr>
            <a:r>
              <a:rPr sz="1400" dirty="0">
                <a:solidFill>
                  <a:srgbClr val="18596A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!  </a:t>
            </a:r>
            <a:r>
              <a:rPr sz="1400" dirty="0" err="1">
                <a:solidFill>
                  <a:srgbClr val="18596A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대피</a:t>
            </a:r>
            <a:r>
              <a:rPr sz="1400" dirty="0">
                <a:solidFill>
                  <a:srgbClr val="18596A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 </a:t>
            </a:r>
            <a:r>
              <a:rPr sz="1400" dirty="0" err="1">
                <a:solidFill>
                  <a:srgbClr val="18596A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지시가</a:t>
            </a:r>
            <a:r>
              <a:rPr sz="1400" dirty="0">
                <a:solidFill>
                  <a:srgbClr val="18596A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 </a:t>
            </a:r>
            <a:r>
              <a:rPr sz="1400" dirty="0" err="1">
                <a:solidFill>
                  <a:srgbClr val="18596A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내려오면</a:t>
            </a:r>
            <a:r>
              <a:rPr sz="1400" dirty="0">
                <a:solidFill>
                  <a:srgbClr val="18596A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 </a:t>
            </a:r>
            <a:r>
              <a:rPr sz="1400" dirty="0" err="1">
                <a:solidFill>
                  <a:srgbClr val="18596A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주변</a:t>
            </a:r>
            <a:r>
              <a:rPr sz="1400" dirty="0">
                <a:solidFill>
                  <a:srgbClr val="18596A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 </a:t>
            </a:r>
            <a:r>
              <a:rPr sz="1400" dirty="0" err="1">
                <a:solidFill>
                  <a:srgbClr val="18596A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대피약자와</a:t>
            </a:r>
            <a:r>
              <a:rPr sz="1400" dirty="0">
                <a:solidFill>
                  <a:srgbClr val="18596A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 </a:t>
            </a:r>
            <a:r>
              <a:rPr sz="1400" dirty="0" err="1">
                <a:solidFill>
                  <a:srgbClr val="18596A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함께</a:t>
            </a:r>
            <a:r>
              <a:rPr sz="1400" dirty="0">
                <a:solidFill>
                  <a:srgbClr val="18596A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 </a:t>
            </a:r>
            <a:r>
              <a:rPr sz="1400" dirty="0" err="1">
                <a:solidFill>
                  <a:srgbClr val="18596A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지정된</a:t>
            </a:r>
            <a:r>
              <a:rPr sz="1400" dirty="0">
                <a:solidFill>
                  <a:srgbClr val="18596A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 </a:t>
            </a:r>
            <a:r>
              <a:rPr sz="1400" dirty="0" err="1">
                <a:solidFill>
                  <a:srgbClr val="18596A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안전한</a:t>
            </a:r>
            <a:r>
              <a:rPr sz="1400" dirty="0">
                <a:solidFill>
                  <a:srgbClr val="18596A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 </a:t>
            </a:r>
            <a:r>
              <a:rPr sz="1400" dirty="0" err="1">
                <a:solidFill>
                  <a:srgbClr val="18596A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곳으로</a:t>
            </a:r>
            <a:r>
              <a:rPr sz="1400" dirty="0">
                <a:solidFill>
                  <a:srgbClr val="18596A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 </a:t>
            </a:r>
            <a:r>
              <a:rPr sz="1400" dirty="0" err="1">
                <a:solidFill>
                  <a:srgbClr val="18596A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이동합니다</a:t>
            </a:r>
            <a:r>
              <a:rPr sz="1400" dirty="0">
                <a:solidFill>
                  <a:srgbClr val="18596A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008076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D5444DD-D0AD-2000-3D27-4E48522F1A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9ADAF8-EB0A-4AD9-90D7-E41C7CA590E1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ea typeface="Pretendard" panose="02000503000000020004" pitchFamily="2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CA698D-03FB-1A20-A8E5-23BF0829D8B7}"/>
              </a:ext>
            </a:extLst>
          </p:cNvPr>
          <p:cNvSpPr txBox="1"/>
          <p:nvPr/>
        </p:nvSpPr>
        <p:spPr>
          <a:xfrm>
            <a:off x="956951" y="423105"/>
            <a:ext cx="87607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-150" normalizeH="0" baseline="0">
                <a:ln>
                  <a:noFill/>
                </a:ln>
                <a:gradFill>
                  <a:gsLst>
                    <a:gs pos="0">
                      <a:srgbClr val="083874"/>
                    </a:gs>
                    <a:gs pos="100000">
                      <a:srgbClr val="083874"/>
                    </a:gs>
                  </a:gsLst>
                  <a:lin ang="16200000" scaled="1"/>
                </a:gradFill>
                <a:effectLst>
                  <a:innerShdw blurRad="127000" dist="50800" dir="13500000">
                    <a:prstClr val="black">
                      <a:alpha val="50000"/>
                    </a:prstClr>
                  </a:innerShdw>
                </a:effectLst>
                <a:uLnTx/>
                <a:uFillTx/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defRPr>
            </a:lvl1pPr>
          </a:lstStyle>
          <a:p>
            <a:r>
              <a:rPr lang="ko-KR" altLang="en-US" dirty="0"/>
              <a:t>방사선 비상 </a:t>
            </a:r>
            <a:r>
              <a:rPr lang="en-US" altLang="ko-KR" dirty="0"/>
              <a:t>: </a:t>
            </a:r>
            <a:r>
              <a:rPr lang="ko-KR" altLang="en-US" dirty="0"/>
              <a:t>먼저 실내 대피</a:t>
            </a:r>
            <a:r>
              <a:rPr lang="en-US" altLang="ko-KR" dirty="0"/>
              <a:t>, </a:t>
            </a:r>
            <a:r>
              <a:rPr lang="ko-KR" altLang="en-US" dirty="0"/>
              <a:t>이후 공식 안내 따라서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F4E0CF8-D3AF-A993-C18E-F87885CCE574}"/>
              </a:ext>
            </a:extLst>
          </p:cNvPr>
          <p:cNvSpPr txBox="1"/>
          <p:nvPr/>
        </p:nvSpPr>
        <p:spPr>
          <a:xfrm>
            <a:off x="380811" y="484660"/>
            <a:ext cx="5068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-150" normalizeH="0" baseline="0" noProof="0" dirty="0">
                <a:ln>
                  <a:noFill/>
                </a:ln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10</a:t>
            </a:r>
            <a:endParaRPr kumimoji="0" lang="ko-KR" altLang="en-US" sz="2800" b="0" i="0" u="none" strike="noStrike" kern="1200" cap="none" spc="-150" normalizeH="0" baseline="0" noProof="0" dirty="0">
              <a:ln>
                <a:noFill/>
              </a:ln>
              <a:gradFill>
                <a:gsLst>
                  <a:gs pos="0">
                    <a:prstClr val="white"/>
                  </a:gs>
                  <a:gs pos="100000">
                    <a:prstClr val="white"/>
                  </a:gs>
                </a:gsLst>
                <a:lin ang="16200000" scaled="1"/>
              </a:gra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D3FBD4-91B0-16CC-4E31-8C56275D138A}"/>
              </a:ext>
            </a:extLst>
          </p:cNvPr>
          <p:cNvSpPr txBox="1"/>
          <p:nvPr/>
        </p:nvSpPr>
        <p:spPr>
          <a:xfrm>
            <a:off x="992811" y="141083"/>
            <a:ext cx="1890902" cy="313034"/>
          </a:xfrm>
          <a:prstGeom prst="rect">
            <a:avLst/>
          </a:prstGeom>
        </p:spPr>
        <p:txBody>
          <a:bodyPr wrap="none" lIns="0" rtlCol="0" anchor="ctr">
            <a:spAutoFit/>
          </a:bodyPr>
          <a:lstStyle/>
          <a:p>
            <a:pPr marL="69750">
              <a:lnSpc>
                <a:spcPct val="110000"/>
              </a:lnSpc>
              <a:spcBef>
                <a:spcPts val="200"/>
              </a:spcBef>
              <a:buClr>
                <a:srgbClr val="2275DD"/>
              </a:buClr>
              <a:buSzPct val="100000"/>
            </a:pPr>
            <a:r>
              <a:rPr lang="ko-KR" altLang="en-US" sz="1400" dirty="0">
                <a:solidFill>
                  <a:srgbClr val="5B789A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Noto Sans KR"/>
              </a:rPr>
              <a:t>재난 유형별 대피 및 조치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45CB93E-F43F-E734-EFCF-E934D94A57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386" b="20386"/>
          <a:stretch>
            <a:fillRect/>
          </a:stretch>
        </p:blipFill>
        <p:spPr>
          <a:xfrm>
            <a:off x="552450" y="1219200"/>
            <a:ext cx="11087100" cy="3695700"/>
          </a:xfrm>
          <a:prstGeom prst="rect">
            <a:avLst/>
          </a:prstGeom>
        </p:spPr>
      </p:pic>
      <p:sp>
        <p:nvSpPr>
          <p:cNvPr id="7" name="step-1">
            <a:extLst>
              <a:ext uri="{FF2B5EF4-FFF2-40B4-BE49-F238E27FC236}">
                <a16:creationId xmlns:a16="http://schemas.microsoft.com/office/drawing/2014/main" id="{3C5ADB61-1EA2-CBE9-5C44-6E06E6E034B9}"/>
              </a:ext>
            </a:extLst>
          </p:cNvPr>
          <p:cNvSpPr>
            <a:spLocks noGrp="1"/>
          </p:cNvSpPr>
          <p:nvPr/>
        </p:nvSpPr>
        <p:spPr>
          <a:xfrm>
            <a:off x="552450" y="4981575"/>
            <a:ext cx="304800" cy="304800"/>
          </a:xfrm>
          <a:prstGeom prst="ellipse">
            <a:avLst/>
          </a:prstGeom>
          <a:solidFill>
            <a:srgbClr val="123B70"/>
          </a:solidFill>
          <a:ln w="0">
            <a:solidFill>
              <a:srgbClr val="123B7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sz="105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01</a:t>
            </a:r>
          </a:p>
        </p:txBody>
      </p:sp>
      <p:sp>
        <p:nvSpPr>
          <p:cNvPr id="8" name="step-title-1">
            <a:extLst>
              <a:ext uri="{FF2B5EF4-FFF2-40B4-BE49-F238E27FC236}">
                <a16:creationId xmlns:a16="http://schemas.microsoft.com/office/drawing/2014/main" id="{3AA662B3-15B3-99DB-EF74-C1250D90E6F7}"/>
              </a:ext>
            </a:extLst>
          </p:cNvPr>
          <p:cNvSpPr>
            <a:spLocks noGrp="1"/>
          </p:cNvSpPr>
          <p:nvPr/>
        </p:nvSpPr>
        <p:spPr>
          <a:xfrm>
            <a:off x="952500" y="4991100"/>
            <a:ext cx="3079750" cy="276225"/>
          </a:xfrm>
          <a:prstGeom prst="rect">
            <a:avLst/>
          </a:prstGeom>
        </p:spPr>
        <p:txBody>
          <a:bodyPr wrap="none" lIns="0" rtlCol="0" anchor="ctr">
            <a:spAutoFit/>
          </a:bodyPr>
          <a:lstStyle/>
          <a:p>
            <a:pPr marL="69750">
              <a:lnSpc>
                <a:spcPct val="110000"/>
              </a:lnSpc>
              <a:spcBef>
                <a:spcPts val="200"/>
              </a:spcBef>
              <a:buClr>
                <a:srgbClr val="2275DD"/>
              </a:buClr>
              <a:buSzPct val="100000"/>
            </a:pPr>
            <a:r>
              <a:rPr sz="1400">
                <a:solidFill>
                  <a:srgbClr val="123B70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외부 공기 차단</a:t>
            </a:r>
          </a:p>
        </p:txBody>
      </p:sp>
      <p:sp>
        <p:nvSpPr>
          <p:cNvPr id="9" name="step-body-1">
            <a:extLst>
              <a:ext uri="{FF2B5EF4-FFF2-40B4-BE49-F238E27FC236}">
                <a16:creationId xmlns:a16="http://schemas.microsoft.com/office/drawing/2014/main" id="{1B4557FD-B888-7EEC-CE0E-A7AFCD6ECF09}"/>
              </a:ext>
            </a:extLst>
          </p:cNvPr>
          <p:cNvSpPr>
            <a:spLocks noGrp="1"/>
          </p:cNvSpPr>
          <p:nvPr/>
        </p:nvSpPr>
        <p:spPr>
          <a:xfrm>
            <a:off x="552450" y="5334000"/>
            <a:ext cx="3479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문</a:t>
            </a:r>
            <a:r>
              <a:rPr lang="en-US" altLang="ko-KR"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·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창문을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모두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닫고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에어컨·환풍기</a:t>
            </a:r>
            <a:r>
              <a:rPr lang="ko-KR" altLang="en-US"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를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끈 뒤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틈을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막습니다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</a:p>
        </p:txBody>
      </p:sp>
      <p:sp>
        <p:nvSpPr>
          <p:cNvPr id="10" name="step-2">
            <a:extLst>
              <a:ext uri="{FF2B5EF4-FFF2-40B4-BE49-F238E27FC236}">
                <a16:creationId xmlns:a16="http://schemas.microsoft.com/office/drawing/2014/main" id="{7F40578A-F122-CD82-FFEE-5B1D122D35AE}"/>
              </a:ext>
            </a:extLst>
          </p:cNvPr>
          <p:cNvSpPr>
            <a:spLocks noGrp="1"/>
          </p:cNvSpPr>
          <p:nvPr/>
        </p:nvSpPr>
        <p:spPr>
          <a:xfrm>
            <a:off x="4356100" y="4981575"/>
            <a:ext cx="304800" cy="304800"/>
          </a:xfrm>
          <a:prstGeom prst="ellipse">
            <a:avLst/>
          </a:prstGeom>
          <a:solidFill>
            <a:srgbClr val="123B70"/>
          </a:solidFill>
          <a:ln w="0">
            <a:solidFill>
              <a:srgbClr val="123B7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02</a:t>
            </a:r>
          </a:p>
        </p:txBody>
      </p:sp>
      <p:sp>
        <p:nvSpPr>
          <p:cNvPr id="11" name="step-title-2">
            <a:extLst>
              <a:ext uri="{FF2B5EF4-FFF2-40B4-BE49-F238E27FC236}">
                <a16:creationId xmlns:a16="http://schemas.microsoft.com/office/drawing/2014/main" id="{9C9813DB-E666-D254-0488-C9BC3A4F3FFE}"/>
              </a:ext>
            </a:extLst>
          </p:cNvPr>
          <p:cNvSpPr>
            <a:spLocks noGrp="1"/>
          </p:cNvSpPr>
          <p:nvPr/>
        </p:nvSpPr>
        <p:spPr>
          <a:xfrm>
            <a:off x="4756150" y="4991100"/>
            <a:ext cx="3079750" cy="276225"/>
          </a:xfrm>
          <a:prstGeom prst="rect">
            <a:avLst/>
          </a:prstGeom>
        </p:spPr>
        <p:txBody>
          <a:bodyPr wrap="none" lIns="0" rtlCol="0" anchor="ctr">
            <a:spAutoFit/>
          </a:bodyPr>
          <a:lstStyle/>
          <a:p>
            <a:pPr marL="69750">
              <a:lnSpc>
                <a:spcPct val="110000"/>
              </a:lnSpc>
              <a:spcBef>
                <a:spcPts val="200"/>
              </a:spcBef>
              <a:buClr>
                <a:srgbClr val="2275DD"/>
              </a:buClr>
              <a:buSzPct val="100000"/>
            </a:pPr>
            <a:r>
              <a:rPr sz="1400">
                <a:solidFill>
                  <a:srgbClr val="123B70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설비 차단·정보 확인</a:t>
            </a:r>
          </a:p>
        </p:txBody>
      </p:sp>
      <p:sp>
        <p:nvSpPr>
          <p:cNvPr id="12" name="step-body-2">
            <a:extLst>
              <a:ext uri="{FF2B5EF4-FFF2-40B4-BE49-F238E27FC236}">
                <a16:creationId xmlns:a16="http://schemas.microsoft.com/office/drawing/2014/main" id="{D0448472-EDA4-F17D-5EFB-156927C1AA86}"/>
              </a:ext>
            </a:extLst>
          </p:cNvPr>
          <p:cNvSpPr>
            <a:spLocks noGrp="1"/>
          </p:cNvSpPr>
          <p:nvPr/>
        </p:nvSpPr>
        <p:spPr>
          <a:xfrm>
            <a:off x="4356100" y="5334000"/>
            <a:ext cx="3479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전기·가스·수도를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차단하고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라디오와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재난문자</a:t>
            </a:r>
            <a:r>
              <a:rPr lang="en-US"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등 공식안내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를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계속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확인합니다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</a:p>
        </p:txBody>
      </p:sp>
      <p:sp>
        <p:nvSpPr>
          <p:cNvPr id="13" name="step-3">
            <a:extLst>
              <a:ext uri="{FF2B5EF4-FFF2-40B4-BE49-F238E27FC236}">
                <a16:creationId xmlns:a16="http://schemas.microsoft.com/office/drawing/2014/main" id="{E760373C-6305-38EC-3467-A43ED0835815}"/>
              </a:ext>
            </a:extLst>
          </p:cNvPr>
          <p:cNvSpPr>
            <a:spLocks noGrp="1"/>
          </p:cNvSpPr>
          <p:nvPr/>
        </p:nvSpPr>
        <p:spPr>
          <a:xfrm>
            <a:off x="8159750" y="4981575"/>
            <a:ext cx="304800" cy="304800"/>
          </a:xfrm>
          <a:prstGeom prst="ellipse">
            <a:avLst/>
          </a:prstGeom>
          <a:solidFill>
            <a:srgbClr val="123B70"/>
          </a:solidFill>
          <a:ln w="0">
            <a:solidFill>
              <a:srgbClr val="123B70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03</a:t>
            </a:r>
          </a:p>
        </p:txBody>
      </p:sp>
      <p:sp>
        <p:nvSpPr>
          <p:cNvPr id="14" name="step-title-3">
            <a:extLst>
              <a:ext uri="{FF2B5EF4-FFF2-40B4-BE49-F238E27FC236}">
                <a16:creationId xmlns:a16="http://schemas.microsoft.com/office/drawing/2014/main" id="{A9C7BD89-EBFB-4ACD-ED6C-7CA86EBF9494}"/>
              </a:ext>
            </a:extLst>
          </p:cNvPr>
          <p:cNvSpPr>
            <a:spLocks noGrp="1"/>
          </p:cNvSpPr>
          <p:nvPr/>
        </p:nvSpPr>
        <p:spPr>
          <a:xfrm>
            <a:off x="8559800" y="4991100"/>
            <a:ext cx="3079750" cy="276225"/>
          </a:xfrm>
          <a:prstGeom prst="rect">
            <a:avLst/>
          </a:prstGeom>
        </p:spPr>
        <p:txBody>
          <a:bodyPr wrap="none" lIns="0" rtlCol="0" anchor="ctr">
            <a:spAutoFit/>
          </a:bodyPr>
          <a:lstStyle/>
          <a:p>
            <a:pPr marL="69750">
              <a:lnSpc>
                <a:spcPct val="110000"/>
              </a:lnSpc>
              <a:spcBef>
                <a:spcPts val="200"/>
              </a:spcBef>
              <a:buClr>
                <a:srgbClr val="2275DD"/>
              </a:buClr>
              <a:buSzPct val="100000"/>
            </a:pPr>
            <a:r>
              <a:rPr sz="1400">
                <a:solidFill>
                  <a:srgbClr val="123B70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대피 명령 시 이동</a:t>
            </a:r>
          </a:p>
        </p:txBody>
      </p:sp>
      <p:sp>
        <p:nvSpPr>
          <p:cNvPr id="15" name="step-body-3">
            <a:extLst>
              <a:ext uri="{FF2B5EF4-FFF2-40B4-BE49-F238E27FC236}">
                <a16:creationId xmlns:a16="http://schemas.microsoft.com/office/drawing/2014/main" id="{2474D63C-EAE0-33E8-6730-C69BA6C61893}"/>
              </a:ext>
            </a:extLst>
          </p:cNvPr>
          <p:cNvSpPr>
            <a:spLocks noGrp="1"/>
          </p:cNvSpPr>
          <p:nvPr/>
        </p:nvSpPr>
        <p:spPr>
          <a:xfrm>
            <a:off x="8159750" y="5334000"/>
            <a:ext cx="3479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간단한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생필품을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챙겨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집결지로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간 뒤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안내에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따라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구호소로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sz="1200" dirty="0" err="1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이동합니다</a:t>
            </a:r>
            <a:r>
              <a:rPr sz="1200" dirty="0">
                <a:solidFill>
                  <a:srgbClr val="354A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.</a:t>
            </a:r>
          </a:p>
        </p:txBody>
      </p:sp>
      <p:sp>
        <p:nvSpPr>
          <p:cNvPr id="16" name="safety-rule">
            <a:extLst>
              <a:ext uri="{FF2B5EF4-FFF2-40B4-BE49-F238E27FC236}">
                <a16:creationId xmlns:a16="http://schemas.microsoft.com/office/drawing/2014/main" id="{135D552B-A933-0E56-132F-62A0A6FEFB5A}"/>
              </a:ext>
            </a:extLst>
          </p:cNvPr>
          <p:cNvSpPr>
            <a:spLocks noGrp="1"/>
          </p:cNvSpPr>
          <p:nvPr/>
        </p:nvSpPr>
        <p:spPr>
          <a:xfrm>
            <a:off x="552450" y="5847225"/>
            <a:ext cx="11087100" cy="371475"/>
          </a:xfrm>
          <a:prstGeom prst="roundRect">
            <a:avLst>
              <a:gd name="adj" fmla="val 25641"/>
            </a:avLst>
          </a:prstGeom>
          <a:solidFill>
            <a:srgbClr val="EEF9F7"/>
          </a:solidFill>
          <a:ln w="9525">
            <a:solidFill>
              <a:srgbClr val="B7DDD6"/>
            </a:solidFill>
            <a:prstDash val="solid"/>
          </a:ln>
        </p:spPr>
        <p:txBody>
          <a:bodyPr wrap="square" lIns="133350" tIns="0" rIns="133350" bIns="0" anchor="ctr">
            <a:noAutofit/>
          </a:bodyPr>
          <a:lstStyle/>
          <a:p>
            <a:pPr marL="69750" algn="ctr">
              <a:lnSpc>
                <a:spcPct val="110000"/>
              </a:lnSpc>
              <a:spcBef>
                <a:spcPts val="200"/>
              </a:spcBef>
              <a:buClr>
                <a:srgbClr val="2275DD"/>
              </a:buClr>
              <a:buSzPct val="100000"/>
              <a:defRPr sz="1200" b="1">
                <a:solidFill>
                  <a:srgbClr val="1E6258"/>
                </a:solidFill>
                <a:latin typeface="Noto Sans KR"/>
                <a:ea typeface="Noto Sans KR"/>
                <a:cs typeface="Noto Sans KR"/>
              </a:defRPr>
            </a:pPr>
            <a:r>
              <a:rPr sz="1400" dirty="0">
                <a:solidFill>
                  <a:srgbClr val="1E6258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!  </a:t>
            </a:r>
            <a:r>
              <a:rPr sz="1400" dirty="0" err="1">
                <a:solidFill>
                  <a:srgbClr val="1E6258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임의로</a:t>
            </a:r>
            <a:r>
              <a:rPr sz="1400" dirty="0">
                <a:solidFill>
                  <a:srgbClr val="1E6258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 </a:t>
            </a:r>
            <a:r>
              <a:rPr sz="1400" dirty="0" err="1">
                <a:solidFill>
                  <a:srgbClr val="1E6258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이동하지</a:t>
            </a:r>
            <a:r>
              <a:rPr sz="1400" dirty="0">
                <a:solidFill>
                  <a:srgbClr val="1E6258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 </a:t>
            </a:r>
            <a:r>
              <a:rPr sz="1400" dirty="0" err="1">
                <a:solidFill>
                  <a:srgbClr val="1E6258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말고</a:t>
            </a:r>
            <a:r>
              <a:rPr sz="1400" dirty="0">
                <a:solidFill>
                  <a:srgbClr val="1E6258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, </a:t>
            </a:r>
            <a:r>
              <a:rPr sz="1400" dirty="0" err="1">
                <a:solidFill>
                  <a:srgbClr val="1E6258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바람</a:t>
            </a:r>
            <a:r>
              <a:rPr sz="1400" dirty="0">
                <a:solidFill>
                  <a:srgbClr val="1E6258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 </a:t>
            </a:r>
            <a:r>
              <a:rPr sz="1400" dirty="0" err="1">
                <a:solidFill>
                  <a:srgbClr val="1E6258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방향과</a:t>
            </a:r>
            <a:r>
              <a:rPr sz="1400" dirty="0">
                <a:solidFill>
                  <a:srgbClr val="1E6258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 </a:t>
            </a:r>
            <a:r>
              <a:rPr sz="1400" dirty="0" err="1">
                <a:solidFill>
                  <a:srgbClr val="1E6258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상황을</a:t>
            </a:r>
            <a:r>
              <a:rPr sz="1400" dirty="0">
                <a:solidFill>
                  <a:srgbClr val="1E6258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 </a:t>
            </a:r>
            <a:r>
              <a:rPr sz="1400" dirty="0" err="1">
                <a:solidFill>
                  <a:srgbClr val="1E6258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고려한</a:t>
            </a:r>
            <a:r>
              <a:rPr sz="1400" dirty="0">
                <a:solidFill>
                  <a:srgbClr val="1E6258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 </a:t>
            </a:r>
            <a:r>
              <a:rPr sz="1400" dirty="0" err="1">
                <a:solidFill>
                  <a:srgbClr val="1E6258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공식</a:t>
            </a:r>
            <a:r>
              <a:rPr sz="1400" dirty="0">
                <a:solidFill>
                  <a:srgbClr val="1E6258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 </a:t>
            </a:r>
            <a:r>
              <a:rPr sz="1400" dirty="0" err="1">
                <a:solidFill>
                  <a:srgbClr val="1E6258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안내에</a:t>
            </a:r>
            <a:r>
              <a:rPr sz="1400" dirty="0">
                <a:solidFill>
                  <a:srgbClr val="1E6258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 </a:t>
            </a:r>
            <a:r>
              <a:rPr sz="1400" dirty="0" err="1">
                <a:solidFill>
                  <a:srgbClr val="1E6258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따라</a:t>
            </a:r>
            <a:r>
              <a:rPr sz="1400" dirty="0">
                <a:solidFill>
                  <a:srgbClr val="1E6258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 </a:t>
            </a:r>
            <a:r>
              <a:rPr sz="1400" dirty="0" err="1">
                <a:solidFill>
                  <a:srgbClr val="1E6258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행동합니다</a:t>
            </a:r>
            <a:r>
              <a:rPr sz="1400" dirty="0">
                <a:solidFill>
                  <a:srgbClr val="1E6258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03575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42108AF1-9812-2301-3415-93B0A273075D}"/>
              </a:ext>
            </a:extLst>
          </p:cNvPr>
          <p:cNvSpPr/>
          <p:nvPr/>
        </p:nvSpPr>
        <p:spPr>
          <a:xfrm>
            <a:off x="801711" y="1788455"/>
            <a:ext cx="10592164" cy="464444"/>
          </a:xfrm>
          <a:prstGeom prst="rect">
            <a:avLst/>
          </a:prstGeom>
          <a:pattFill prst="dkUpDiag">
            <a:fgClr>
              <a:srgbClr val="E2EDFA"/>
            </a:fgClr>
            <a:bgClr>
              <a:schemeClr val="bg1"/>
            </a:bgClr>
          </a:patt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216000" rIns="90000" bIns="90000" rtlCol="0" anchor="ctr"/>
          <a:lstStyle/>
          <a:p>
            <a:pPr marL="180975" marR="0" lvl="0" indent="-180975" algn="l" defTabSz="914400" rtl="0" eaLnBrk="1" fontAlgn="auto" latinLnBrk="1" hangingPunct="1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rgbClr val="2275D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endParaRPr kumimoji="0" lang="ko-KR" altLang="en-US" sz="14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prstClr val="black">
                      <a:lumMod val="75000"/>
                      <a:lumOff val="25000"/>
                    </a:prstClr>
                  </a:gs>
                  <a:gs pos="100000">
                    <a:prstClr val="black">
                      <a:lumMod val="75000"/>
                      <a:lumOff val="25000"/>
                    </a:prstClr>
                  </a:gs>
                </a:gsLst>
                <a:lin ang="5400000" scaled="1"/>
              </a:gra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8D6EA87-D9E4-2857-4CB7-53593BE27776}"/>
              </a:ext>
            </a:extLst>
          </p:cNvPr>
          <p:cNvSpPr/>
          <p:nvPr/>
        </p:nvSpPr>
        <p:spPr>
          <a:xfrm>
            <a:off x="799568" y="4091565"/>
            <a:ext cx="10592164" cy="464444"/>
          </a:xfrm>
          <a:prstGeom prst="rect">
            <a:avLst/>
          </a:prstGeom>
          <a:pattFill prst="dkUpDiag">
            <a:fgClr>
              <a:srgbClr val="E2EDFA"/>
            </a:fgClr>
            <a:bgClr>
              <a:schemeClr val="bg1"/>
            </a:bgClr>
          </a:patt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216000" rIns="90000" bIns="90000" rtlCol="0" anchor="ctr"/>
          <a:lstStyle/>
          <a:p>
            <a:pPr marL="180975" marR="0" lvl="0" indent="-180975" algn="l" defTabSz="914400" rtl="0" eaLnBrk="1" fontAlgn="auto" latinLnBrk="1" hangingPunct="1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rgbClr val="2275D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endParaRPr kumimoji="0" lang="ko-KR" altLang="en-US" sz="14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prstClr val="black">
                      <a:lumMod val="75000"/>
                      <a:lumOff val="25000"/>
                    </a:prstClr>
                  </a:gs>
                  <a:gs pos="100000">
                    <a:prstClr val="black">
                      <a:lumMod val="75000"/>
                      <a:lumOff val="25000"/>
                    </a:prstClr>
                  </a:gs>
                </a:gsLst>
                <a:lin ang="5400000" scaled="1"/>
              </a:gra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24AFEFC-6067-7019-D0AA-33719A9B3B27}"/>
              </a:ext>
            </a:extLst>
          </p:cNvPr>
          <p:cNvSpPr/>
          <p:nvPr/>
        </p:nvSpPr>
        <p:spPr>
          <a:xfrm>
            <a:off x="801710" y="2292743"/>
            <a:ext cx="10592164" cy="1591360"/>
          </a:xfrm>
          <a:prstGeom prst="rect">
            <a:avLst/>
          </a:prstGeom>
          <a:solidFill>
            <a:schemeClr val="bg1"/>
          </a:solidFill>
          <a:ln w="9525">
            <a:solidFill>
              <a:srgbClr val="2275DD"/>
            </a:solidFill>
          </a:ln>
          <a:effectLst>
            <a:outerShdw dist="38100" dir="5400000" algn="tl" rotWithShape="0">
              <a:srgbClr val="2275DD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216000" rIns="90000" bIns="90000" rtlCol="0" anchor="ctr"/>
          <a:lstStyle/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rgbClr val="2275DD"/>
              </a:buClr>
              <a:buSzPct val="100000"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prstClr val="black">
                      <a:lumMod val="75000"/>
                      <a:lumOff val="25000"/>
                    </a:prstClr>
                  </a:gs>
                  <a:gs pos="100000">
                    <a:prstClr val="black">
                      <a:lumMod val="75000"/>
                      <a:lumOff val="25000"/>
                    </a:prstClr>
                  </a:gs>
                </a:gsLst>
                <a:lin ang="5400000" scaled="1"/>
              </a:gra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E5BD70C-078D-A102-390C-3A4B9BC5CE6D}"/>
              </a:ext>
            </a:extLst>
          </p:cNvPr>
          <p:cNvSpPr/>
          <p:nvPr/>
        </p:nvSpPr>
        <p:spPr>
          <a:xfrm>
            <a:off x="801711" y="1788455"/>
            <a:ext cx="10592164" cy="464444"/>
          </a:xfrm>
          <a:prstGeom prst="rect">
            <a:avLst/>
          </a:prstGeom>
          <a:solidFill>
            <a:srgbClr val="2275DD">
              <a:alpha val="10000"/>
            </a:srgbClr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216000" rIns="90000" bIns="90000" rtlCol="0" anchor="ctr"/>
          <a:lstStyle/>
          <a:p>
            <a:pPr marL="180975" marR="0" lvl="0" indent="-180975" algn="l" defTabSz="914400" rtl="0" eaLnBrk="1" fontAlgn="auto" latinLnBrk="1" hangingPunct="1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rgbClr val="2275D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endParaRPr kumimoji="0" lang="ko-KR" altLang="en-US" sz="14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prstClr val="black">
                      <a:lumMod val="75000"/>
                      <a:lumOff val="25000"/>
                    </a:prstClr>
                  </a:gs>
                  <a:gs pos="100000">
                    <a:prstClr val="black">
                      <a:lumMod val="75000"/>
                      <a:lumOff val="25000"/>
                    </a:prstClr>
                  </a:gs>
                </a:gsLst>
                <a:lin ang="5400000" scaled="1"/>
              </a:gra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753DC7D-F7D8-0E14-A7FD-1E43CFB3A286}"/>
              </a:ext>
            </a:extLst>
          </p:cNvPr>
          <p:cNvSpPr/>
          <p:nvPr/>
        </p:nvSpPr>
        <p:spPr>
          <a:xfrm>
            <a:off x="801710" y="1841077"/>
            <a:ext cx="10592167" cy="359201"/>
          </a:xfrm>
          <a:prstGeom prst="rect">
            <a:avLst/>
          </a:prstGeom>
          <a:solidFill>
            <a:srgbClr val="2275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김포공항 국내선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/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국제선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1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층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D8C302B-6D2F-87B2-A2B1-D0B844E709CB}"/>
              </a:ext>
            </a:extLst>
          </p:cNvPr>
          <p:cNvSpPr/>
          <p:nvPr/>
        </p:nvSpPr>
        <p:spPr>
          <a:xfrm>
            <a:off x="799567" y="4594669"/>
            <a:ext cx="10592164" cy="1238477"/>
          </a:xfrm>
          <a:prstGeom prst="rect">
            <a:avLst/>
          </a:prstGeom>
          <a:solidFill>
            <a:schemeClr val="bg1"/>
          </a:solidFill>
          <a:ln w="9525">
            <a:solidFill>
              <a:srgbClr val="134499"/>
            </a:solidFill>
          </a:ln>
          <a:effectLst>
            <a:outerShdw dist="38100" dir="5400000" algn="tl" rotWithShape="0">
              <a:srgbClr val="134499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216000" rIns="90000" bIns="90000" rtlCol="0" anchor="ctr"/>
          <a:lstStyle/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rgbClr val="2275DD"/>
              </a:buClr>
              <a:buSzPct val="100000"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prstClr val="black">
                      <a:lumMod val="75000"/>
                      <a:lumOff val="25000"/>
                    </a:prstClr>
                  </a:gs>
                  <a:gs pos="100000">
                    <a:prstClr val="black">
                      <a:lumMod val="75000"/>
                      <a:lumOff val="25000"/>
                    </a:prstClr>
                  </a:gs>
                </a:gsLst>
                <a:lin ang="5400000" scaled="1"/>
              </a:gra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EBE5672-3B7A-159A-F2CC-DFFF452FA852}"/>
              </a:ext>
            </a:extLst>
          </p:cNvPr>
          <p:cNvSpPr/>
          <p:nvPr/>
        </p:nvSpPr>
        <p:spPr>
          <a:xfrm>
            <a:off x="799568" y="4091565"/>
            <a:ext cx="10592164" cy="464444"/>
          </a:xfrm>
          <a:prstGeom prst="rect">
            <a:avLst/>
          </a:prstGeom>
          <a:solidFill>
            <a:srgbClr val="134499">
              <a:alpha val="10000"/>
            </a:srgbClr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216000" rIns="90000" bIns="90000" rtlCol="0" anchor="ctr"/>
          <a:lstStyle/>
          <a:p>
            <a:pPr marL="180975" marR="0" lvl="0" indent="-180975" algn="l" defTabSz="914400" rtl="0" eaLnBrk="1" fontAlgn="auto" latinLnBrk="1" hangingPunct="1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rgbClr val="2275D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endParaRPr kumimoji="0" lang="ko-KR" altLang="en-US" sz="14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prstClr val="black">
                      <a:lumMod val="75000"/>
                      <a:lumOff val="25000"/>
                    </a:prstClr>
                  </a:gs>
                  <a:gs pos="100000">
                    <a:prstClr val="black">
                      <a:lumMod val="75000"/>
                      <a:lumOff val="25000"/>
                    </a:prstClr>
                  </a:gs>
                </a:gsLst>
                <a:lin ang="5400000" scaled="1"/>
              </a:gra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7B1348B-CDF8-AA41-8811-818FCF59F97A}"/>
              </a:ext>
            </a:extLst>
          </p:cNvPr>
          <p:cNvSpPr/>
          <p:nvPr/>
        </p:nvSpPr>
        <p:spPr>
          <a:xfrm>
            <a:off x="799567" y="4144186"/>
            <a:ext cx="10592167" cy="359201"/>
          </a:xfrm>
          <a:prstGeom prst="rect">
            <a:avLst/>
          </a:prstGeom>
          <a:solidFill>
            <a:srgbClr val="0734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롯데몰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 버스정류장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(</a:t>
            </a: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김포공항역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3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번 출구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16200000" scaled="1"/>
                </a:gra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)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prstClr val="white"/>
                  </a:gs>
                  <a:gs pos="100000">
                    <a:prstClr val="white"/>
                  </a:gs>
                </a:gsLst>
                <a:lin ang="16200000" scaled="1"/>
              </a:gradFill>
              <a:effectLst/>
              <a:uLnTx/>
              <a:uFillTx/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7669367-DEF7-A17D-2EDE-3670484F7F63}"/>
              </a:ext>
            </a:extLst>
          </p:cNvPr>
          <p:cNvSpPr txBox="1"/>
          <p:nvPr/>
        </p:nvSpPr>
        <p:spPr>
          <a:xfrm>
            <a:off x="799567" y="4737147"/>
            <a:ext cx="5306261" cy="7462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marR="0" lvl="0" indent="-216000" algn="l" defTabSz="914400" rtl="0" eaLnBrk="1" fontAlgn="auto" latinLnBrk="1" hangingPunct="1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rgbClr val="07346D"/>
              </a:buClr>
              <a:buSzPct val="100000"/>
              <a:buFont typeface="Wingdings" panose="05000000000000000000" pitchFamily="2" charset="2"/>
              <a:buChar char="§"/>
              <a:tabLst/>
              <a:defRPr/>
            </a:pPr>
            <a:r>
              <a:rPr lang="en-US" altLang="ko-KR" sz="2000" spc="-10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50</a:t>
            </a:r>
            <a:r>
              <a:rPr lang="ko-KR" altLang="en-US" sz="2000" spc="-10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번</a:t>
            </a:r>
            <a:r>
              <a:rPr lang="en-US" altLang="ko-KR" sz="2000" spc="-10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, 50-1</a:t>
            </a:r>
            <a:r>
              <a:rPr lang="ko-KR" altLang="en-US" sz="2000" spc="-10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번</a:t>
            </a:r>
            <a:r>
              <a:rPr lang="en-US" altLang="ko-KR" sz="2000" spc="-10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, 3</a:t>
            </a:r>
            <a:r>
              <a:rPr lang="ko-KR" altLang="en-US" sz="2000" spc="-10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번</a:t>
            </a:r>
            <a:r>
              <a:rPr lang="en-US" altLang="ko-KR" sz="2000" spc="-10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, 12</a:t>
            </a:r>
            <a:r>
              <a:rPr lang="ko-KR" altLang="en-US" sz="2000" spc="-10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번 </a:t>
            </a:r>
            <a:r>
              <a:rPr lang="en-US" altLang="ko-KR" sz="2000" spc="-10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2000" spc="-10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부천 버스</a:t>
            </a:r>
            <a:r>
              <a:rPr lang="en-US" altLang="ko-KR" sz="2000" spc="-10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) </a:t>
            </a:r>
            <a:r>
              <a:rPr lang="ko-KR" altLang="en-US" sz="2000" spc="-10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탑승</a:t>
            </a:r>
            <a:r>
              <a:rPr lang="en-US" altLang="ko-KR" sz="2000" spc="-10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,</a:t>
            </a:r>
            <a:br>
              <a:rPr lang="en-US" altLang="ko-KR" sz="2000" spc="-10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</a:br>
            <a:r>
              <a:rPr lang="ko-KR" altLang="en-US" sz="2000" spc="-10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김포공항 세관</a:t>
            </a:r>
            <a:r>
              <a:rPr lang="en-US" altLang="ko-KR" sz="2000" spc="-10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2000" spc="-10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국립항공박물관</a:t>
            </a:r>
            <a:r>
              <a:rPr lang="en-US" altLang="ko-KR" sz="2000" spc="-10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) </a:t>
            </a:r>
            <a:r>
              <a:rPr lang="ko-KR" altLang="en-US" sz="2000" spc="-10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하차</a:t>
            </a:r>
            <a:r>
              <a:rPr lang="en-US" altLang="ko-KR" sz="2000" spc="-10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2000" spc="-10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약 </a:t>
            </a:r>
            <a:r>
              <a:rPr lang="en-US" altLang="ko-KR" sz="2000" spc="-10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350m </a:t>
            </a:r>
            <a:r>
              <a:rPr lang="ko-KR" altLang="en-US" sz="2000" spc="-10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도보</a:t>
            </a:r>
            <a:endParaRPr kumimoji="0" lang="ko-KR" altLang="en-US" sz="2000" i="0" u="none" strike="noStrike" kern="1200" cap="none" spc="-100" normalizeH="0" baseline="0" noProof="0" dirty="0">
              <a:ln>
                <a:noFill/>
              </a:ln>
              <a:gradFill>
                <a:gsLst>
                  <a:gs pos="0">
                    <a:prstClr val="black">
                      <a:lumMod val="75000"/>
                      <a:lumOff val="25000"/>
                    </a:prstClr>
                  </a:gs>
                  <a:gs pos="100000">
                    <a:prstClr val="black">
                      <a:lumMod val="75000"/>
                      <a:lumOff val="25000"/>
                    </a:prstClr>
                  </a:gs>
                </a:gsLst>
                <a:lin ang="5400000" scaled="1"/>
              </a:gradFill>
              <a:effectLst/>
              <a:uLnTx/>
              <a:uFillTx/>
              <a:latin typeface="Pretendard Medium" panose="02000603000000020004" pitchFamily="2" charset="-127"/>
              <a:ea typeface="Pretendard Medium" panose="020006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4204615-79A8-3CE3-94EE-BD73106B1E12}"/>
              </a:ext>
            </a:extLst>
          </p:cNvPr>
          <p:cNvSpPr txBox="1"/>
          <p:nvPr/>
        </p:nvSpPr>
        <p:spPr>
          <a:xfrm>
            <a:off x="799566" y="2395593"/>
            <a:ext cx="10590723" cy="746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16000">
              <a:lnSpc>
                <a:spcPct val="110000"/>
              </a:lnSpc>
              <a:spcBef>
                <a:spcPts val="200"/>
              </a:spcBef>
              <a:buClr>
                <a:srgbClr val="2275DD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ko-KR" altLang="en-US" sz="2000" spc="-10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국제선 </a:t>
            </a:r>
            <a:r>
              <a:rPr lang="en-US" altLang="ko-KR" sz="2000" spc="-10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2000" spc="-10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번</a:t>
            </a:r>
            <a:r>
              <a:rPr lang="en-US" altLang="ko-KR" sz="2000" spc="-10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2000" spc="-10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국내선 </a:t>
            </a:r>
            <a:r>
              <a:rPr lang="en-US" altLang="ko-KR" sz="2000" spc="-10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8</a:t>
            </a:r>
            <a:r>
              <a:rPr lang="ko-KR" altLang="en-US" sz="2000" spc="-10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번에서 순환버스</a:t>
            </a:r>
            <a:r>
              <a:rPr kumimoji="0" lang="en-US" altLang="ko-KR" sz="2000" i="0" u="none" strike="noStrike" kern="1200" cap="none" spc="-10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(</a:t>
            </a:r>
            <a:r>
              <a:rPr kumimoji="0" lang="ko-KR" altLang="en-US" sz="2000" i="0" u="none" strike="noStrike" kern="1200" cap="none" spc="-10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화물청사행</a:t>
            </a:r>
            <a:r>
              <a:rPr kumimoji="0" lang="en-US" altLang="ko-KR" sz="2000" i="0" u="none" strike="noStrike" kern="1200" cap="none" spc="-10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) </a:t>
            </a:r>
            <a:r>
              <a:rPr lang="ko-KR" altLang="en-US" sz="2000" spc="-10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탑승</a:t>
            </a:r>
            <a:r>
              <a:rPr lang="en-US" altLang="ko-KR" sz="2000" spc="-10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,		*</a:t>
            </a:r>
            <a:r>
              <a:rPr lang="ko-KR" altLang="en-US" sz="2000" spc="-10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순환버스 배차간격 </a:t>
            </a:r>
            <a:r>
              <a:rPr lang="en-US" altLang="ko-KR" sz="2000" spc="-10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15-20</a:t>
            </a:r>
            <a:r>
              <a:rPr lang="ko-KR" altLang="en-US" sz="2000" spc="-10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분</a:t>
            </a:r>
            <a:br>
              <a:rPr lang="en-US" altLang="ko-KR" sz="2000" spc="-10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</a:br>
            <a:r>
              <a:rPr lang="ko-KR" altLang="en-US" sz="2000" spc="-10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spc="-10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‘</a:t>
            </a:r>
            <a:r>
              <a:rPr lang="ko-KR" altLang="en-US" sz="2000" u="sng" spc="-10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한국공항공사 항공보안교육센터</a:t>
            </a:r>
            <a:r>
              <a:rPr lang="en-US" altLang="ko-KR" sz="2000" spc="-10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‘ </a:t>
            </a:r>
            <a:r>
              <a:rPr lang="ko-KR" altLang="en-US" sz="2000" spc="-10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하차 후 약 </a:t>
            </a:r>
            <a:r>
              <a:rPr lang="en-US" altLang="ko-KR" sz="2000" spc="-10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100m </a:t>
            </a:r>
            <a:r>
              <a:rPr lang="ko-KR" altLang="en-US" sz="2000" spc="-10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도보</a:t>
            </a:r>
            <a:r>
              <a:rPr lang="en-US" altLang="ko-KR" sz="2000" spc="-100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1"/>
                </a:gra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 </a:t>
            </a:r>
            <a:r>
              <a:rPr kumimoji="0" lang="en-US" altLang="ko-KR" sz="2000" i="0" u="none" strike="noStrike" kern="1200" cap="none" spc="-10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 	  </a:t>
            </a:r>
            <a:r>
              <a:rPr kumimoji="0" lang="en-US" altLang="ko-KR" sz="1050" i="0" u="none" strike="noStrike" kern="1200" cap="none" spc="-10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 </a:t>
            </a:r>
            <a:r>
              <a:rPr kumimoji="0" lang="ko-KR" altLang="en-US" sz="2000" i="0" u="none" strike="noStrike" kern="1200" cap="none" spc="-10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Pretendard Medium" panose="02000603000000020004" pitchFamily="2" charset="-127"/>
                <a:ea typeface="Pretendard Medium" panose="02000603000000020004" pitchFamily="2" charset="-127"/>
                <a:cs typeface="Pretendard" panose="02000503000000020004" pitchFamily="2" charset="-127"/>
              </a:rPr>
              <a:t>귀가 시 경우에 따라 국내선 이동 도보 유리</a:t>
            </a:r>
          </a:p>
        </p:txBody>
      </p:sp>
      <p:pic>
        <p:nvPicPr>
          <p:cNvPr id="39" name="그래픽 38">
            <a:extLst>
              <a:ext uri="{FF2B5EF4-FFF2-40B4-BE49-F238E27FC236}">
                <a16:creationId xmlns:a16="http://schemas.microsoft.com/office/drawing/2014/main" id="{1CC4DF8A-F677-45A0-CC0F-258181FA12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1612" y="4012377"/>
            <a:ext cx="1787821" cy="1087264"/>
          </a:xfrm>
          <a:prstGeom prst="rect">
            <a:avLst/>
          </a:prstGeom>
        </p:spPr>
      </p:pic>
      <p:sp>
        <p:nvSpPr>
          <p:cNvPr id="40" name="슬라이드 번호 개체 틀 39">
            <a:extLst>
              <a:ext uri="{FF2B5EF4-FFF2-40B4-BE49-F238E27FC236}">
                <a16:creationId xmlns:a16="http://schemas.microsoft.com/office/drawing/2014/main" id="{8BDA5EBB-88FD-01B4-8FDC-0AA9FF3095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9ADAF8-EB0A-4AD9-90D7-E41C7CA590E1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ea typeface="Pretendard" panose="02000503000000020004" pitchFamily="2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ea typeface="Pretendard" panose="02000503000000020004" pitchFamily="2" charset="-127"/>
              <a:cs typeface="+mn-cs"/>
            </a:endParaRPr>
          </a:p>
        </p:txBody>
      </p:sp>
      <p:pic>
        <p:nvPicPr>
          <p:cNvPr id="2" name="그림 1" descr="교통, 항공 여행, 날개, 항공기이(가) 표시된 사진&#10;&#10;자동 생성된 설명">
            <a:extLst>
              <a:ext uri="{FF2B5EF4-FFF2-40B4-BE49-F238E27FC236}">
                <a16:creationId xmlns:a16="http://schemas.microsoft.com/office/drawing/2014/main" id="{82863FB2-408B-ED6E-2E66-8E839130F6E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17" r="9155"/>
          <a:stretch/>
        </p:blipFill>
        <p:spPr>
          <a:xfrm>
            <a:off x="10086513" y="1414438"/>
            <a:ext cx="2030672" cy="138280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3422FD1-0D54-781B-46D6-37C8A0E0CA4D}"/>
              </a:ext>
            </a:extLst>
          </p:cNvPr>
          <p:cNvSpPr txBox="1"/>
          <p:nvPr/>
        </p:nvSpPr>
        <p:spPr>
          <a:xfrm>
            <a:off x="956951" y="423105"/>
            <a:ext cx="49071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600" b="0" i="0" u="none" strike="noStrike" kern="1200" cap="none" spc="-150" normalizeH="0" baseline="0" noProof="0" dirty="0">
                <a:ln>
                  <a:noFill/>
                </a:ln>
                <a:gradFill>
                  <a:gsLst>
                    <a:gs pos="0">
                      <a:srgbClr val="083874"/>
                    </a:gs>
                    <a:gs pos="100000">
                      <a:srgbClr val="083874"/>
                    </a:gs>
                  </a:gsLst>
                  <a:lin ang="16200000" scaled="1"/>
                </a:gradFill>
                <a:effectLst>
                  <a:innerShdw blurRad="127000" dist="50800" dir="13500000">
                    <a:prstClr val="black">
                      <a:alpha val="50000"/>
                    </a:prstClr>
                  </a:innerShdw>
                </a:effectLst>
                <a:uLnTx/>
                <a:uFillTx/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항공보안교육센터 오시는 길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9F926E2-9423-8876-48A6-5E31DE374DA2}"/>
              </a:ext>
            </a:extLst>
          </p:cNvPr>
          <p:cNvSpPr txBox="1"/>
          <p:nvPr/>
        </p:nvSpPr>
        <p:spPr>
          <a:xfrm>
            <a:off x="799566" y="5956248"/>
            <a:ext cx="285803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spc="-10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Pretendard Light" panose="02000403000000020004" pitchFamily="50" charset="-127"/>
                <a:ea typeface="Pretendard Light" panose="02000403000000020004" pitchFamily="50" charset="-127"/>
              </a:rPr>
              <a:t>* </a:t>
            </a:r>
            <a:r>
              <a:rPr lang="ko-KR" altLang="en-US" sz="1500" spc="-10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Pretendard Light" panose="02000403000000020004" pitchFamily="50" charset="-127"/>
                <a:ea typeface="Pretendard Light" panose="02000403000000020004" pitchFamily="50" charset="-127"/>
              </a:rPr>
              <a:t>연락처 </a:t>
            </a:r>
            <a:r>
              <a:rPr lang="en-US" altLang="ko-KR" sz="1500" spc="-10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Pretendard Light" panose="02000403000000020004" pitchFamily="50" charset="-127"/>
                <a:ea typeface="Pretendard Light" panose="02000403000000020004" pitchFamily="50" charset="-127"/>
              </a:rPr>
              <a:t>: (02) 2660 - 4483~6</a:t>
            </a:r>
            <a:endParaRPr lang="ko-KR" altLang="en-US" sz="1500" spc="-100" dirty="0"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75000"/>
                      <a:lumOff val="25000"/>
                    </a:schemeClr>
                  </a:gs>
                </a:gsLst>
                <a:lin ang="5400000" scaled="1"/>
              </a:gradFill>
              <a:latin typeface="Pretendard Light" panose="02000403000000020004" pitchFamily="50" charset="-127"/>
              <a:ea typeface="Pretendard Light" panose="0200040300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F4E0CF8-D3AF-A993-C18E-F87885CCE574}"/>
              </a:ext>
            </a:extLst>
          </p:cNvPr>
          <p:cNvSpPr txBox="1"/>
          <p:nvPr/>
        </p:nvSpPr>
        <p:spPr>
          <a:xfrm>
            <a:off x="380811" y="484660"/>
            <a:ext cx="4475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pc="-15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16200000" scaled="1"/>
                </a:gra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11</a:t>
            </a:r>
            <a:endParaRPr lang="ko-KR" altLang="en-US" sz="2800" spc="-150" dirty="0"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lin ang="16200000" scaled="1"/>
              </a:gra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740703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8E964CF2-9905-310A-8FA7-B9EF79C24C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8" y="376"/>
            <a:ext cx="12191152" cy="6857624"/>
          </a:xfrm>
          <a:prstGeom prst="rect">
            <a:avLst/>
          </a:prstGeom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160661EC-480D-960B-218C-02314CFEF8BE}"/>
              </a:ext>
            </a:extLst>
          </p:cNvPr>
          <p:cNvGrpSpPr/>
          <p:nvPr/>
        </p:nvGrpSpPr>
        <p:grpSpPr>
          <a:xfrm>
            <a:off x="522921" y="695842"/>
            <a:ext cx="3860610" cy="594359"/>
            <a:chOff x="522921" y="695842"/>
            <a:chExt cx="3860610" cy="594359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8C5E99C0-BC9F-D720-0FCD-724B531D472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2921" y="695842"/>
              <a:ext cx="2522487" cy="594359"/>
            </a:xfrm>
            <a:prstGeom prst="rect">
              <a:avLst/>
            </a:prstGeom>
          </p:spPr>
        </p:pic>
        <p:pic>
          <p:nvPicPr>
            <p:cNvPr id="8" name="그림 7" descr="텍스트, 폰트, 그래픽, 로고이(가) 표시된 사진&#10;&#10;자동 생성된 설명">
              <a:extLst>
                <a:ext uri="{FF2B5EF4-FFF2-40B4-BE49-F238E27FC236}">
                  <a16:creationId xmlns:a16="http://schemas.microsoft.com/office/drawing/2014/main" id="{5E43CD7C-28BB-3610-0239-25F88C4AD69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58361" y="809235"/>
              <a:ext cx="1025170" cy="396501"/>
            </a:xfrm>
            <a:prstGeom prst="rect">
              <a:avLst/>
            </a:prstGeom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DB9A1A92-B9A7-5E66-0912-D345EFA23E03}"/>
              </a:ext>
            </a:extLst>
          </p:cNvPr>
          <p:cNvSpPr txBox="1"/>
          <p:nvPr/>
        </p:nvSpPr>
        <p:spPr>
          <a:xfrm>
            <a:off x="606431" y="1617303"/>
            <a:ext cx="3746538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200" spc="-150" dirty="0">
                <a:gradFill>
                  <a:gsLst>
                    <a:gs pos="0">
                      <a:srgbClr val="083874"/>
                    </a:gs>
                    <a:gs pos="100000">
                      <a:srgbClr val="083874"/>
                    </a:gs>
                  </a:gsLst>
                  <a:lin ang="16200000" scaled="1"/>
                </a:gradFill>
                <a:effectLst>
                  <a:innerShdw blurRad="127000" dist="50800" dir="13500000">
                    <a:prstClr val="black">
                      <a:alpha val="50000"/>
                    </a:prstClr>
                  </a:innerShdw>
                </a:effectLst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감사합니다</a:t>
            </a:r>
            <a:r>
              <a:rPr lang="en-US" altLang="ko-KR" sz="6200" spc="-150" dirty="0">
                <a:gradFill>
                  <a:gsLst>
                    <a:gs pos="0">
                      <a:srgbClr val="083874"/>
                    </a:gs>
                    <a:gs pos="100000">
                      <a:srgbClr val="083874"/>
                    </a:gs>
                  </a:gsLst>
                  <a:lin ang="16200000" scaled="1"/>
                </a:gradFill>
                <a:effectLst>
                  <a:innerShdw blurRad="127000" dist="50800" dir="13500000">
                    <a:prstClr val="black">
                      <a:alpha val="50000"/>
                    </a:prstClr>
                  </a:innerShdw>
                </a:effectLst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611380" y="5646473"/>
            <a:ext cx="43188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spc="-100" dirty="0">
                <a:solidFill>
                  <a:srgbClr val="FF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rPr>
              <a:t>catc_astc@airport.co.kr</a:t>
            </a:r>
            <a:endParaRPr lang="ko-KR" altLang="en-US" sz="3200" spc="-100" dirty="0">
              <a:solidFill>
                <a:srgbClr val="FF0000"/>
              </a:solidFill>
              <a:latin typeface="Pretendard Medium" panose="02000603000000020004" pitchFamily="2" charset="-127"/>
              <a:ea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567134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0" rtlCol="0" anchor="ctr">
        <a:spAutoFit/>
      </a:bodyPr>
      <a:lstStyle>
        <a:defPPr marL="69750" marR="0" indent="0" algn="l" defTabSz="914400" rtl="0" eaLnBrk="1" fontAlgn="auto" latinLnBrk="1" hangingPunct="1">
          <a:lnSpc>
            <a:spcPct val="110000"/>
          </a:lnSpc>
          <a:spcBef>
            <a:spcPts val="200"/>
          </a:spcBef>
          <a:spcAft>
            <a:spcPts val="0"/>
          </a:spcAft>
          <a:buClr>
            <a:srgbClr val="2275DD"/>
          </a:buClr>
          <a:buSzPct val="100000"/>
          <a:buFontTx/>
          <a:buNone/>
          <a:tabLst/>
          <a:defRPr kumimoji="0" i="0" u="none" strike="noStrike" kern="1200" cap="none" spc="-100" normalizeH="0" baseline="0" noProof="0" dirty="0">
            <a:ln>
              <a:noFill/>
            </a:ln>
            <a:gradFill>
              <a:gsLst>
                <a:gs pos="0">
                  <a:prstClr val="black">
                    <a:lumMod val="75000"/>
                    <a:lumOff val="25000"/>
                  </a:prstClr>
                </a:gs>
                <a:gs pos="100000">
                  <a:prstClr val="black">
                    <a:lumMod val="75000"/>
                    <a:lumOff val="25000"/>
                  </a:prstClr>
                </a:gs>
              </a:gsLst>
              <a:lin ang="5400000" scaled="1"/>
            </a:gradFill>
            <a:effectLst/>
            <a:uLnTx/>
            <a:uFillTx/>
            <a:latin typeface="Pretendard Medium" panose="02000603000000020004" pitchFamily="2" charset="-127"/>
            <a:ea typeface="Pretendard Medium" panose="02000603000000020004" pitchFamily="2" charset="-127"/>
            <a:cs typeface="Pretendard" panose="02000503000000020004" pitchFamily="2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4983</TotalTime>
  <Words>1068</Words>
  <Application>Microsoft Office PowerPoint</Application>
  <PresentationFormat>와이드스크린</PresentationFormat>
  <Paragraphs>224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8" baseType="lpstr">
      <vt:lpstr>Pretendard Medium</vt:lpstr>
      <vt:lpstr>Arial</vt:lpstr>
      <vt:lpstr>Pretendard SemiBold</vt:lpstr>
      <vt:lpstr>Pretendard ExtraBold</vt:lpstr>
      <vt:lpstr>Pretendard Black</vt:lpstr>
      <vt:lpstr>Pretendard ExtraLight</vt:lpstr>
      <vt:lpstr>Pretendard</vt:lpstr>
      <vt:lpstr>나눔스퀘어_ac ExtraBold</vt:lpstr>
      <vt:lpstr>Pretendard Light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디자인턴 03</dc:creator>
  <cp:lastModifiedBy>복정훈</cp:lastModifiedBy>
  <cp:revision>334</cp:revision>
  <cp:lastPrinted>2024-03-06T04:25:32Z</cp:lastPrinted>
  <dcterms:created xsi:type="dcterms:W3CDTF">2023-06-16T04:23:57Z</dcterms:created>
  <dcterms:modified xsi:type="dcterms:W3CDTF">2026-09-14T00:41:09Z</dcterms:modified>
</cp:coreProperties>
</file>